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4F4"/>
    <a:srgbClr val="477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4660"/>
  </p:normalViewPr>
  <p:slideViewPr>
    <p:cSldViewPr snapToGrid="0">
      <p:cViewPr varScale="1">
        <p:scale>
          <a:sx n="72" d="100"/>
          <a:sy n="72" d="100"/>
        </p:scale>
        <p:origin x="9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otmac\Downloads\ABC_Communications_Customer_Churn_Analysis%20(Recovered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Dotmac\Downloads\ABC_Communications_Customer_Churn_Analysis%20(Recovered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[ABC_Communications_Customer_Churn_Analysis (Recovered).xlsx]Calculations!Churn Count by Contract Type</c:name>
    <c:fmtId val="9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356EA3">
              <a:alpha val="90000"/>
            </a:srgb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356EA3">
              <a:alpha val="90000"/>
            </a:srgb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356EA3">
              <a:alpha val="90000"/>
            </a:srgb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NG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Calculations!$B$24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477BA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Calculations!$A$25:$A$27</c:f>
              <c:strCache>
                <c:ptCount val="3"/>
                <c:pt idx="0">
                  <c:v>Two year</c:v>
                </c:pt>
                <c:pt idx="1">
                  <c:v>One year</c:v>
                </c:pt>
                <c:pt idx="2">
                  <c:v>Month-to-month</c:v>
                </c:pt>
              </c:strCache>
            </c:strRef>
          </c:cat>
          <c:val>
            <c:numRef>
              <c:f>Calculations!$B$25:$B$27</c:f>
              <c:numCache>
                <c:formatCode>#,##0_);\(#,##0\)</c:formatCode>
                <c:ptCount val="3"/>
                <c:pt idx="0">
                  <c:v>48</c:v>
                </c:pt>
                <c:pt idx="1">
                  <c:v>166</c:v>
                </c:pt>
                <c:pt idx="2">
                  <c:v>1655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2F-4C34-88E0-444D65D8027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91781871"/>
        <c:axId val="191783311"/>
      </c:barChart>
      <c:catAx>
        <c:axId val="1917818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783311"/>
        <c:crosses val="autoZero"/>
        <c:auto val="1"/>
        <c:lblAlgn val="ctr"/>
        <c:lblOffset val="100"/>
        <c:noMultiLvlLbl val="0"/>
      </c:catAx>
      <c:valAx>
        <c:axId val="191783311"/>
        <c:scaling>
          <c:orientation val="minMax"/>
        </c:scaling>
        <c:delete val="0"/>
        <c:axPos val="b"/>
        <c:numFmt formatCode="#,##0_);\(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7818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rgbClr val="ADE8F4">
          <a:alpha val="95000"/>
        </a:srgb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Calculations!$M$22:$O$2391</cx:f>
        <cx:lvl ptCount="2370">
          <cx:pt idx="0">No</cx:pt>
          <cx:pt idx="1">No</cx:pt>
          <cx:pt idx="2">No</cx:pt>
          <cx:pt idx="3">No</cx:pt>
          <cx:pt idx="4">No</cx:pt>
          <cx:pt idx="5">No</cx:pt>
          <cx:pt idx="6">No</cx:pt>
          <cx:pt idx="7">No</cx:pt>
          <cx:pt idx="8">No</cx:pt>
          <cx:pt idx="9">No</cx:pt>
          <cx:pt idx="10">No</cx:pt>
          <cx:pt idx="11">No</cx:pt>
          <cx:pt idx="12">No</cx:pt>
          <cx:pt idx="13">No</cx:pt>
          <cx:pt idx="14">No</cx:pt>
          <cx:pt idx="15">No</cx:pt>
          <cx:pt idx="16">No</cx:pt>
          <cx:pt idx="17">No</cx:pt>
          <cx:pt idx="18">No</cx:pt>
          <cx:pt idx="19">No</cx:pt>
          <cx:pt idx="20">No</cx:pt>
          <cx:pt idx="21">No</cx:pt>
          <cx:pt idx="22">No</cx:pt>
          <cx:pt idx="23">No</cx:pt>
          <cx:pt idx="24">No</cx:pt>
          <cx:pt idx="25">No</cx:pt>
          <cx:pt idx="26">No</cx:pt>
          <cx:pt idx="27">No</cx:pt>
          <cx:pt idx="28">No</cx:pt>
          <cx:pt idx="29">No</cx:pt>
          <cx:pt idx="30">No</cx:pt>
          <cx:pt idx="31">No</cx:pt>
          <cx:pt idx="32">No</cx:pt>
          <cx:pt idx="33">No</cx:pt>
          <cx:pt idx="34">No</cx:pt>
          <cx:pt idx="35">No</cx:pt>
          <cx:pt idx="36">No</cx:pt>
          <cx:pt idx="37">No</cx:pt>
          <cx:pt idx="38">No</cx:pt>
          <cx:pt idx="39">No</cx:pt>
          <cx:pt idx="40">No</cx:pt>
          <cx:pt idx="41">No</cx:pt>
          <cx:pt idx="42">No</cx:pt>
          <cx:pt idx="43">No</cx:pt>
          <cx:pt idx="44">No</cx:pt>
          <cx:pt idx="45">No</cx:pt>
          <cx:pt idx="46">No</cx:pt>
          <cx:pt idx="47">No</cx:pt>
          <cx:pt idx="48">No</cx:pt>
          <cx:pt idx="49">No</cx:pt>
          <cx:pt idx="50">No</cx:pt>
          <cx:pt idx="51">No</cx:pt>
          <cx:pt idx="52">No</cx:pt>
          <cx:pt idx="53">No</cx:pt>
          <cx:pt idx="54">No</cx:pt>
          <cx:pt idx="55">No</cx:pt>
          <cx:pt idx="56">No</cx:pt>
          <cx:pt idx="57">No</cx:pt>
          <cx:pt idx="58">No</cx:pt>
          <cx:pt idx="59">No</cx:pt>
          <cx:pt idx="60">No</cx:pt>
          <cx:pt idx="61">No</cx:pt>
          <cx:pt idx="62">No</cx:pt>
          <cx:pt idx="63">No</cx:pt>
          <cx:pt idx="64">No</cx:pt>
          <cx:pt idx="65">No</cx:pt>
          <cx:pt idx="66">No</cx:pt>
          <cx:pt idx="67">No</cx:pt>
          <cx:pt idx="68">No</cx:pt>
          <cx:pt idx="69">No</cx:pt>
          <cx:pt idx="70">No</cx:pt>
          <cx:pt idx="71">No</cx:pt>
          <cx:pt idx="72">No</cx:pt>
          <cx:pt idx="73">No</cx:pt>
          <cx:pt idx="74">No</cx:pt>
          <cx:pt idx="75">No</cx:pt>
          <cx:pt idx="76">No</cx:pt>
          <cx:pt idx="77">No</cx:pt>
          <cx:pt idx="78">No</cx:pt>
          <cx:pt idx="79">No</cx:pt>
          <cx:pt idx="80">No</cx:pt>
          <cx:pt idx="81">No</cx:pt>
          <cx:pt idx="82">No</cx:pt>
          <cx:pt idx="83">No</cx:pt>
          <cx:pt idx="84">No</cx:pt>
          <cx:pt idx="85">No</cx:pt>
          <cx:pt idx="86">No</cx:pt>
          <cx:pt idx="87">No</cx:pt>
          <cx:pt idx="88">No</cx:pt>
          <cx:pt idx="89">No</cx:pt>
          <cx:pt idx="90">No</cx:pt>
          <cx:pt idx="91">No</cx:pt>
          <cx:pt idx="92">No</cx:pt>
          <cx:pt idx="93">No</cx:pt>
          <cx:pt idx="94">No</cx:pt>
          <cx:pt idx="95">No</cx:pt>
          <cx:pt idx="96">No</cx:pt>
          <cx:pt idx="97">No</cx:pt>
          <cx:pt idx="98">No</cx:pt>
          <cx:pt idx="99">No</cx:pt>
          <cx:pt idx="100">No</cx:pt>
          <cx:pt idx="101">No</cx:pt>
          <cx:pt idx="102">No</cx:pt>
          <cx:pt idx="103">No</cx:pt>
          <cx:pt idx="104">No</cx:pt>
          <cx:pt idx="105">No</cx:pt>
          <cx:pt idx="106">No</cx:pt>
          <cx:pt idx="107">No</cx:pt>
          <cx:pt idx="108">No</cx:pt>
          <cx:pt idx="109">No</cx:pt>
          <cx:pt idx="110">No</cx:pt>
          <cx:pt idx="111">No</cx:pt>
          <cx:pt idx="112">No</cx:pt>
          <cx:pt idx="113">No</cx:pt>
          <cx:pt idx="114">No</cx:pt>
          <cx:pt idx="115">No</cx:pt>
          <cx:pt idx="116">No</cx:pt>
          <cx:pt idx="117">No</cx:pt>
          <cx:pt idx="118">No</cx:pt>
          <cx:pt idx="119">No</cx:pt>
          <cx:pt idx="120">No</cx:pt>
          <cx:pt idx="121">No</cx:pt>
          <cx:pt idx="122">No</cx:pt>
          <cx:pt idx="123">No</cx:pt>
          <cx:pt idx="124">No</cx:pt>
          <cx:pt idx="125">No</cx:pt>
          <cx:pt idx="126">No</cx:pt>
          <cx:pt idx="127">No</cx:pt>
          <cx:pt idx="128">No</cx:pt>
          <cx:pt idx="129">No</cx:pt>
          <cx:pt idx="130">No</cx:pt>
          <cx:pt idx="131">No</cx:pt>
          <cx:pt idx="132">No</cx:pt>
          <cx:pt idx="133">No</cx:pt>
          <cx:pt idx="134">No</cx:pt>
          <cx:pt idx="135">No</cx:pt>
          <cx:pt idx="136">No</cx:pt>
          <cx:pt idx="137">No</cx:pt>
          <cx:pt idx="138">No</cx:pt>
          <cx:pt idx="139">No</cx:pt>
          <cx:pt idx="140">No</cx:pt>
          <cx:pt idx="141">No</cx:pt>
          <cx:pt idx="142">No</cx:pt>
          <cx:pt idx="143">No</cx:pt>
          <cx:pt idx="144">No</cx:pt>
          <cx:pt idx="145">No</cx:pt>
          <cx:pt idx="146">No</cx:pt>
          <cx:pt idx="147">No</cx:pt>
          <cx:pt idx="148">No</cx:pt>
          <cx:pt idx="149">No</cx:pt>
          <cx:pt idx="150">No</cx:pt>
          <cx:pt idx="151">No</cx:pt>
          <cx:pt idx="152">No</cx:pt>
          <cx:pt idx="153">No</cx:pt>
          <cx:pt idx="154">No</cx:pt>
          <cx:pt idx="155">No</cx:pt>
          <cx:pt idx="156">No</cx:pt>
          <cx:pt idx="157">No</cx:pt>
          <cx:pt idx="158">No</cx:pt>
          <cx:pt idx="159">No</cx:pt>
          <cx:pt idx="160">No</cx:pt>
          <cx:pt idx="161">No</cx:pt>
          <cx:pt idx="162">No</cx:pt>
          <cx:pt idx="163">No</cx:pt>
          <cx:pt idx="164">No</cx:pt>
          <cx:pt idx="165">No</cx:pt>
          <cx:pt idx="166">No</cx:pt>
          <cx:pt idx="167">No</cx:pt>
          <cx:pt idx="168">No</cx:pt>
          <cx:pt idx="169">No</cx:pt>
          <cx:pt idx="170">No</cx:pt>
          <cx:pt idx="171">No</cx:pt>
          <cx:pt idx="172">No</cx:pt>
          <cx:pt idx="173">No</cx:pt>
          <cx:pt idx="174">No</cx:pt>
          <cx:pt idx="175">No</cx:pt>
          <cx:pt idx="176">No</cx:pt>
          <cx:pt idx="177">No</cx:pt>
          <cx:pt idx="178">No</cx:pt>
          <cx:pt idx="179">No</cx:pt>
          <cx:pt idx="180">No</cx:pt>
          <cx:pt idx="181">No</cx:pt>
          <cx:pt idx="182">No</cx:pt>
          <cx:pt idx="183">No</cx:pt>
          <cx:pt idx="184">No</cx:pt>
          <cx:pt idx="185">No</cx:pt>
          <cx:pt idx="186">No</cx:pt>
          <cx:pt idx="187">No</cx:pt>
          <cx:pt idx="188">No</cx:pt>
          <cx:pt idx="189">No</cx:pt>
          <cx:pt idx="190">No</cx:pt>
          <cx:pt idx="191">No</cx:pt>
          <cx:pt idx="192">No</cx:pt>
          <cx:pt idx="193">No</cx:pt>
          <cx:pt idx="194">No</cx:pt>
          <cx:pt idx="195">No</cx:pt>
          <cx:pt idx="196">No</cx:pt>
          <cx:pt idx="197">No</cx:pt>
          <cx:pt idx="198">No</cx:pt>
          <cx:pt idx="199">No</cx:pt>
          <cx:pt idx="200">No</cx:pt>
          <cx:pt idx="201">No</cx:pt>
          <cx:pt idx="202">No</cx:pt>
          <cx:pt idx="203">No</cx:pt>
          <cx:pt idx="204">No</cx:pt>
          <cx:pt idx="205">No</cx:pt>
          <cx:pt idx="206">No</cx:pt>
          <cx:pt idx="207">No</cx:pt>
          <cx:pt idx="208">No</cx:pt>
          <cx:pt idx="209">No</cx:pt>
          <cx:pt idx="210">No</cx:pt>
          <cx:pt idx="211">No</cx:pt>
          <cx:pt idx="212">No</cx:pt>
          <cx:pt idx="213">No</cx:pt>
          <cx:pt idx="214">No</cx:pt>
          <cx:pt idx="215">No</cx:pt>
          <cx:pt idx="216">No</cx:pt>
          <cx:pt idx="217">No</cx:pt>
          <cx:pt idx="218">No</cx:pt>
          <cx:pt idx="219">No</cx:pt>
          <cx:pt idx="220">No</cx:pt>
          <cx:pt idx="221">No</cx:pt>
          <cx:pt idx="222">No</cx:pt>
          <cx:pt idx="223">No</cx:pt>
          <cx:pt idx="224">No</cx:pt>
          <cx:pt idx="225">No</cx:pt>
          <cx:pt idx="226">No</cx:pt>
          <cx:pt idx="227">No</cx:pt>
          <cx:pt idx="228">No</cx:pt>
          <cx:pt idx="229">No</cx:pt>
          <cx:pt idx="230">No</cx:pt>
          <cx:pt idx="231">No</cx:pt>
          <cx:pt idx="232">No</cx:pt>
          <cx:pt idx="233">No</cx:pt>
          <cx:pt idx="234">No</cx:pt>
          <cx:pt idx="235">No</cx:pt>
          <cx:pt idx="236">No</cx:pt>
          <cx:pt idx="237">No</cx:pt>
          <cx:pt idx="238">No</cx:pt>
          <cx:pt idx="239">No</cx:pt>
          <cx:pt idx="240">No</cx:pt>
          <cx:pt idx="241">No</cx:pt>
          <cx:pt idx="242">No</cx:pt>
          <cx:pt idx="243">No</cx:pt>
          <cx:pt idx="244">No</cx:pt>
          <cx:pt idx="245">No</cx:pt>
          <cx:pt idx="246">No</cx:pt>
          <cx:pt idx="247">No</cx:pt>
          <cx:pt idx="248">No</cx:pt>
          <cx:pt idx="249">No</cx:pt>
          <cx:pt idx="250">No</cx:pt>
          <cx:pt idx="251">No</cx:pt>
          <cx:pt idx="252">No</cx:pt>
          <cx:pt idx="253">No</cx:pt>
          <cx:pt idx="254">No</cx:pt>
          <cx:pt idx="255">No</cx:pt>
          <cx:pt idx="256">No</cx:pt>
          <cx:pt idx="257">No</cx:pt>
          <cx:pt idx="258">No</cx:pt>
          <cx:pt idx="259">No</cx:pt>
          <cx:pt idx="260">No</cx:pt>
          <cx:pt idx="261">No</cx:pt>
          <cx:pt idx="262">No</cx:pt>
          <cx:pt idx="263">No</cx:pt>
          <cx:pt idx="264">No</cx:pt>
          <cx:pt idx="265">No</cx:pt>
          <cx:pt idx="266">No</cx:pt>
          <cx:pt idx="267">No</cx:pt>
          <cx:pt idx="268">No</cx:pt>
          <cx:pt idx="269">No</cx:pt>
          <cx:pt idx="270">No</cx:pt>
          <cx:pt idx="271">No</cx:pt>
          <cx:pt idx="272">No</cx:pt>
          <cx:pt idx="273">No</cx:pt>
          <cx:pt idx="274">No</cx:pt>
          <cx:pt idx="275">No</cx:pt>
          <cx:pt idx="276">No</cx:pt>
          <cx:pt idx="277">No</cx:pt>
          <cx:pt idx="278">No</cx:pt>
          <cx:pt idx="279">No</cx:pt>
          <cx:pt idx="280">No</cx:pt>
          <cx:pt idx="281">No</cx:pt>
          <cx:pt idx="282">No</cx:pt>
          <cx:pt idx="283">No</cx:pt>
          <cx:pt idx="284">No</cx:pt>
          <cx:pt idx="285">No</cx:pt>
          <cx:pt idx="286">No</cx:pt>
          <cx:pt idx="287">No</cx:pt>
          <cx:pt idx="288">No</cx:pt>
          <cx:pt idx="289">No</cx:pt>
          <cx:pt idx="290">No</cx:pt>
          <cx:pt idx="291">No</cx:pt>
          <cx:pt idx="292">No</cx:pt>
          <cx:pt idx="293">No</cx:pt>
          <cx:pt idx="294">No</cx:pt>
          <cx:pt idx="295">No</cx:pt>
          <cx:pt idx="296">No</cx:pt>
          <cx:pt idx="297">No</cx:pt>
          <cx:pt idx="298">No</cx:pt>
          <cx:pt idx="299">No</cx:pt>
          <cx:pt idx="300">No</cx:pt>
          <cx:pt idx="301">No</cx:pt>
          <cx:pt idx="302">No</cx:pt>
          <cx:pt idx="303">No</cx:pt>
          <cx:pt idx="304">No</cx:pt>
          <cx:pt idx="305">No</cx:pt>
          <cx:pt idx="306">No</cx:pt>
          <cx:pt idx="307">No</cx:pt>
          <cx:pt idx="308">No</cx:pt>
          <cx:pt idx="309">No</cx:pt>
          <cx:pt idx="310">No</cx:pt>
          <cx:pt idx="311">No</cx:pt>
          <cx:pt idx="312">No</cx:pt>
          <cx:pt idx="313">No</cx:pt>
          <cx:pt idx="314">No</cx:pt>
          <cx:pt idx="315">No</cx:pt>
          <cx:pt idx="316">No</cx:pt>
          <cx:pt idx="317">No</cx:pt>
          <cx:pt idx="318">No</cx:pt>
          <cx:pt idx="319">No</cx:pt>
          <cx:pt idx="320">No</cx:pt>
          <cx:pt idx="321">No</cx:pt>
          <cx:pt idx="322">No</cx:pt>
          <cx:pt idx="323">No</cx:pt>
          <cx:pt idx="324">No</cx:pt>
          <cx:pt idx="325">No</cx:pt>
          <cx:pt idx="326">No</cx:pt>
          <cx:pt idx="327">No</cx:pt>
          <cx:pt idx="328">No</cx:pt>
          <cx:pt idx="329">No</cx:pt>
          <cx:pt idx="330">No</cx:pt>
          <cx:pt idx="331">No</cx:pt>
          <cx:pt idx="332">No</cx:pt>
          <cx:pt idx="333">No</cx:pt>
          <cx:pt idx="334">No</cx:pt>
          <cx:pt idx="335">No</cx:pt>
          <cx:pt idx="336">No</cx:pt>
          <cx:pt idx="337">No</cx:pt>
          <cx:pt idx="338">No</cx:pt>
          <cx:pt idx="339">No</cx:pt>
          <cx:pt idx="340">No</cx:pt>
          <cx:pt idx="341">No</cx:pt>
          <cx:pt idx="342">No</cx:pt>
          <cx:pt idx="343">No</cx:pt>
          <cx:pt idx="344">No</cx:pt>
          <cx:pt idx="345">No</cx:pt>
          <cx:pt idx="346">No</cx:pt>
          <cx:pt idx="347">No</cx:pt>
          <cx:pt idx="348">No</cx:pt>
          <cx:pt idx="349">No</cx:pt>
          <cx:pt idx="350">No</cx:pt>
          <cx:pt idx="351">No</cx:pt>
          <cx:pt idx="352">No</cx:pt>
          <cx:pt idx="353">No</cx:pt>
          <cx:pt idx="354">No</cx:pt>
          <cx:pt idx="355">No</cx:pt>
          <cx:pt idx="356">No</cx:pt>
          <cx:pt idx="357">No</cx:pt>
          <cx:pt idx="358">No</cx:pt>
          <cx:pt idx="359">No</cx:pt>
          <cx:pt idx="360">No</cx:pt>
          <cx:pt idx="361">No</cx:pt>
          <cx:pt idx="362">No</cx:pt>
          <cx:pt idx="363">No</cx:pt>
          <cx:pt idx="364">No</cx:pt>
          <cx:pt idx="365">No</cx:pt>
          <cx:pt idx="366">No</cx:pt>
          <cx:pt idx="367">No</cx:pt>
          <cx:pt idx="368">No</cx:pt>
          <cx:pt idx="369">No</cx:pt>
          <cx:pt idx="370">No</cx:pt>
          <cx:pt idx="371">No</cx:pt>
          <cx:pt idx="372">No</cx:pt>
          <cx:pt idx="373">No</cx:pt>
          <cx:pt idx="374">No</cx:pt>
          <cx:pt idx="375">No</cx:pt>
          <cx:pt idx="376">No</cx:pt>
          <cx:pt idx="377">No</cx:pt>
          <cx:pt idx="378">No</cx:pt>
          <cx:pt idx="379">No</cx:pt>
          <cx:pt idx="380">No</cx:pt>
          <cx:pt idx="381">No</cx:pt>
          <cx:pt idx="382">No</cx:pt>
          <cx:pt idx="383">No</cx:pt>
          <cx:pt idx="384">No</cx:pt>
          <cx:pt idx="385">No</cx:pt>
          <cx:pt idx="386">No</cx:pt>
          <cx:pt idx="387">No</cx:pt>
          <cx:pt idx="388">No</cx:pt>
          <cx:pt idx="389">No</cx:pt>
          <cx:pt idx="390">No</cx:pt>
          <cx:pt idx="391">No</cx:pt>
          <cx:pt idx="392">No</cx:pt>
          <cx:pt idx="393">No</cx:pt>
          <cx:pt idx="394">No</cx:pt>
          <cx:pt idx="395">No</cx:pt>
          <cx:pt idx="396">No</cx:pt>
          <cx:pt idx="397">No</cx:pt>
          <cx:pt idx="398">No</cx:pt>
          <cx:pt idx="399">No</cx:pt>
          <cx:pt idx="400">No</cx:pt>
          <cx:pt idx="401">No</cx:pt>
          <cx:pt idx="402">No</cx:pt>
          <cx:pt idx="403">No</cx:pt>
          <cx:pt idx="404">No</cx:pt>
          <cx:pt idx="405">No</cx:pt>
          <cx:pt idx="406">No</cx:pt>
          <cx:pt idx="407">No</cx:pt>
          <cx:pt idx="408">No</cx:pt>
          <cx:pt idx="409">No</cx:pt>
          <cx:pt idx="410">No</cx:pt>
          <cx:pt idx="411">No</cx:pt>
          <cx:pt idx="412">No</cx:pt>
          <cx:pt idx="413">No</cx:pt>
          <cx:pt idx="414">No</cx:pt>
          <cx:pt idx="415">No</cx:pt>
          <cx:pt idx="416">No</cx:pt>
          <cx:pt idx="417">No</cx:pt>
          <cx:pt idx="418">No</cx:pt>
          <cx:pt idx="419">No</cx:pt>
          <cx:pt idx="420">No</cx:pt>
          <cx:pt idx="421">No</cx:pt>
          <cx:pt idx="422">No</cx:pt>
          <cx:pt idx="423">No</cx:pt>
          <cx:pt idx="424">No</cx:pt>
          <cx:pt idx="425">No</cx:pt>
          <cx:pt idx="426">No</cx:pt>
          <cx:pt idx="427">No</cx:pt>
          <cx:pt idx="428">No</cx:pt>
          <cx:pt idx="429">No</cx:pt>
          <cx:pt idx="430">No</cx:pt>
          <cx:pt idx="431">No</cx:pt>
          <cx:pt idx="432">No</cx:pt>
          <cx:pt idx="433">No</cx:pt>
          <cx:pt idx="434">No</cx:pt>
          <cx:pt idx="435">No</cx:pt>
          <cx:pt idx="436">No</cx:pt>
          <cx:pt idx="437">No</cx:pt>
          <cx:pt idx="438">No</cx:pt>
          <cx:pt idx="439">No</cx:pt>
          <cx:pt idx="440">No</cx:pt>
          <cx:pt idx="441">No</cx:pt>
          <cx:pt idx="442">No</cx:pt>
          <cx:pt idx="443">No</cx:pt>
          <cx:pt idx="444">No</cx:pt>
          <cx:pt idx="445">No</cx:pt>
          <cx:pt idx="446">No</cx:pt>
          <cx:pt idx="447">No</cx:pt>
          <cx:pt idx="448">No</cx:pt>
          <cx:pt idx="449">No</cx:pt>
          <cx:pt idx="450">No</cx:pt>
          <cx:pt idx="451">No</cx:pt>
          <cx:pt idx="452">No</cx:pt>
          <cx:pt idx="453">No</cx:pt>
          <cx:pt idx="454">No</cx:pt>
          <cx:pt idx="455">No</cx:pt>
          <cx:pt idx="456">No</cx:pt>
          <cx:pt idx="457">No</cx:pt>
          <cx:pt idx="458">No</cx:pt>
          <cx:pt idx="459">No</cx:pt>
          <cx:pt idx="460">No</cx:pt>
          <cx:pt idx="461">No</cx:pt>
          <cx:pt idx="462">No</cx:pt>
          <cx:pt idx="463">No</cx:pt>
          <cx:pt idx="464">No</cx:pt>
          <cx:pt idx="465">No</cx:pt>
          <cx:pt idx="466">No</cx:pt>
          <cx:pt idx="467">No</cx:pt>
          <cx:pt idx="468">No</cx:pt>
          <cx:pt idx="469">No</cx:pt>
          <cx:pt idx="470">No</cx:pt>
          <cx:pt idx="471">No</cx:pt>
          <cx:pt idx="472">No</cx:pt>
          <cx:pt idx="473">No</cx:pt>
          <cx:pt idx="474">No</cx:pt>
          <cx:pt idx="475">No</cx:pt>
          <cx:pt idx="476">No</cx:pt>
          <cx:pt idx="477">No</cx:pt>
          <cx:pt idx="478">No</cx:pt>
          <cx:pt idx="479">No</cx:pt>
          <cx:pt idx="480">No</cx:pt>
          <cx:pt idx="481">No</cx:pt>
          <cx:pt idx="482">No</cx:pt>
          <cx:pt idx="483">No</cx:pt>
          <cx:pt idx="484">No</cx:pt>
          <cx:pt idx="485">No</cx:pt>
          <cx:pt idx="486">No</cx:pt>
          <cx:pt idx="487">No</cx:pt>
          <cx:pt idx="488">No</cx:pt>
          <cx:pt idx="489">No</cx:pt>
          <cx:pt idx="490">No</cx:pt>
          <cx:pt idx="491">No</cx:pt>
          <cx:pt idx="492">No</cx:pt>
          <cx:pt idx="493">No</cx:pt>
          <cx:pt idx="494">No</cx:pt>
          <cx:pt idx="495">No</cx:pt>
          <cx:pt idx="496">No</cx:pt>
          <cx:pt idx="497">No</cx:pt>
          <cx:pt idx="498">No</cx:pt>
          <cx:pt idx="499">No</cx:pt>
          <cx:pt idx="500">No</cx:pt>
          <cx:pt idx="501">No</cx:pt>
          <cx:pt idx="502">No</cx:pt>
          <cx:pt idx="503">No</cx:pt>
          <cx:pt idx="504">No</cx:pt>
          <cx:pt idx="505">No</cx:pt>
          <cx:pt idx="506">No</cx:pt>
          <cx:pt idx="507">No</cx:pt>
          <cx:pt idx="508">No</cx:pt>
          <cx:pt idx="509">No</cx:pt>
          <cx:pt idx="510">No</cx:pt>
          <cx:pt idx="511">No</cx:pt>
          <cx:pt idx="512">No</cx:pt>
          <cx:pt idx="513">No</cx:pt>
          <cx:pt idx="514">No</cx:pt>
          <cx:pt idx="515">No</cx:pt>
          <cx:pt idx="516">No</cx:pt>
          <cx:pt idx="517">No</cx:pt>
          <cx:pt idx="518">No</cx:pt>
          <cx:pt idx="519">No</cx:pt>
          <cx:pt idx="520">No</cx:pt>
          <cx:pt idx="521">No</cx:pt>
          <cx:pt idx="522">No</cx:pt>
          <cx:pt idx="523">No</cx:pt>
          <cx:pt idx="524">No</cx:pt>
          <cx:pt idx="525">No</cx:pt>
          <cx:pt idx="526">No</cx:pt>
          <cx:pt idx="527">No</cx:pt>
          <cx:pt idx="528">No</cx:pt>
          <cx:pt idx="529">No</cx:pt>
          <cx:pt idx="530">No</cx:pt>
          <cx:pt idx="531">No</cx:pt>
          <cx:pt idx="532">No</cx:pt>
          <cx:pt idx="533">No</cx:pt>
          <cx:pt idx="534">No</cx:pt>
          <cx:pt idx="535">No</cx:pt>
          <cx:pt idx="536">No</cx:pt>
          <cx:pt idx="537">No</cx:pt>
          <cx:pt idx="538">No</cx:pt>
          <cx:pt idx="539">No</cx:pt>
          <cx:pt idx="540">No</cx:pt>
          <cx:pt idx="541">No</cx:pt>
          <cx:pt idx="542">No</cx:pt>
          <cx:pt idx="543">No</cx:pt>
          <cx:pt idx="544">No</cx:pt>
          <cx:pt idx="545">No</cx:pt>
          <cx:pt idx="546">No</cx:pt>
          <cx:pt idx="547">No</cx:pt>
          <cx:pt idx="548">No</cx:pt>
          <cx:pt idx="549">No</cx:pt>
          <cx:pt idx="550">No</cx:pt>
          <cx:pt idx="551">No</cx:pt>
          <cx:pt idx="552">No</cx:pt>
          <cx:pt idx="553">No</cx:pt>
          <cx:pt idx="554">No</cx:pt>
          <cx:pt idx="555">No</cx:pt>
          <cx:pt idx="556">No</cx:pt>
          <cx:pt idx="557">No</cx:pt>
          <cx:pt idx="558">No</cx:pt>
          <cx:pt idx="559">No</cx:pt>
          <cx:pt idx="560">No</cx:pt>
          <cx:pt idx="561">No</cx:pt>
          <cx:pt idx="562">No</cx:pt>
          <cx:pt idx="563">No</cx:pt>
          <cx:pt idx="564">No</cx:pt>
          <cx:pt idx="565">No</cx:pt>
          <cx:pt idx="566">No</cx:pt>
          <cx:pt idx="567">No</cx:pt>
          <cx:pt idx="568">No</cx:pt>
          <cx:pt idx="569">No</cx:pt>
          <cx:pt idx="570">No</cx:pt>
          <cx:pt idx="571">No</cx:pt>
          <cx:pt idx="572">No</cx:pt>
          <cx:pt idx="573">No</cx:pt>
          <cx:pt idx="574">No</cx:pt>
          <cx:pt idx="575">No</cx:pt>
          <cx:pt idx="576">No</cx:pt>
          <cx:pt idx="577">No</cx:pt>
          <cx:pt idx="578">No</cx:pt>
          <cx:pt idx="579">No</cx:pt>
          <cx:pt idx="580">No</cx:pt>
          <cx:pt idx="581">No</cx:pt>
          <cx:pt idx="582">No</cx:pt>
          <cx:pt idx="583">No</cx:pt>
          <cx:pt idx="584">No</cx:pt>
          <cx:pt idx="585">No</cx:pt>
          <cx:pt idx="586">No</cx:pt>
          <cx:pt idx="587">No</cx:pt>
          <cx:pt idx="588">No</cx:pt>
          <cx:pt idx="589">No</cx:pt>
          <cx:pt idx="590">No</cx:pt>
          <cx:pt idx="591">No</cx:pt>
          <cx:pt idx="592">No</cx:pt>
          <cx:pt idx="593">No</cx:pt>
          <cx:pt idx="594">No</cx:pt>
          <cx:pt idx="595">No</cx:pt>
          <cx:pt idx="596">No</cx:pt>
          <cx:pt idx="597">No</cx:pt>
          <cx:pt idx="598">No</cx:pt>
          <cx:pt idx="599">No</cx:pt>
          <cx:pt idx="600">No</cx:pt>
          <cx:pt idx="601">No</cx:pt>
          <cx:pt idx="602">No</cx:pt>
          <cx:pt idx="603">No</cx:pt>
          <cx:pt idx="604">No</cx:pt>
          <cx:pt idx="605">No</cx:pt>
          <cx:pt idx="606">No</cx:pt>
          <cx:pt idx="607">No</cx:pt>
          <cx:pt idx="608">No</cx:pt>
          <cx:pt idx="609">No</cx:pt>
          <cx:pt idx="610">No</cx:pt>
          <cx:pt idx="611">No</cx:pt>
          <cx:pt idx="612">No</cx:pt>
          <cx:pt idx="613">No</cx:pt>
          <cx:pt idx="614">No</cx:pt>
          <cx:pt idx="615">No</cx:pt>
          <cx:pt idx="616">No</cx:pt>
          <cx:pt idx="617">No</cx:pt>
          <cx:pt idx="618">No</cx:pt>
          <cx:pt idx="619">No</cx:pt>
          <cx:pt idx="620">No</cx:pt>
          <cx:pt idx="621">No</cx:pt>
          <cx:pt idx="622">No</cx:pt>
          <cx:pt idx="623">No</cx:pt>
          <cx:pt idx="624">No</cx:pt>
          <cx:pt idx="625">No</cx:pt>
          <cx:pt idx="626">No</cx:pt>
          <cx:pt idx="627">No</cx:pt>
          <cx:pt idx="628">No</cx:pt>
          <cx:pt idx="629">No</cx:pt>
          <cx:pt idx="630">No</cx:pt>
          <cx:pt idx="631">No</cx:pt>
          <cx:pt idx="632">No</cx:pt>
          <cx:pt idx="633">No</cx:pt>
          <cx:pt idx="634">No</cx:pt>
          <cx:pt idx="635">No</cx:pt>
          <cx:pt idx="636">No</cx:pt>
          <cx:pt idx="637">No</cx:pt>
          <cx:pt idx="638">No</cx:pt>
          <cx:pt idx="639">No</cx:pt>
          <cx:pt idx="640">No</cx:pt>
          <cx:pt idx="641">No</cx:pt>
          <cx:pt idx="642">No</cx:pt>
          <cx:pt idx="643">No</cx:pt>
          <cx:pt idx="644">No</cx:pt>
          <cx:pt idx="645">No</cx:pt>
          <cx:pt idx="646">No</cx:pt>
          <cx:pt idx="647">No</cx:pt>
          <cx:pt idx="648">No</cx:pt>
          <cx:pt idx="649">No</cx:pt>
          <cx:pt idx="650">No</cx:pt>
          <cx:pt idx="651">No</cx:pt>
          <cx:pt idx="652">No</cx:pt>
          <cx:pt idx="653">No</cx:pt>
          <cx:pt idx="654">No</cx:pt>
          <cx:pt idx="655">No</cx:pt>
          <cx:pt idx="656">No</cx:pt>
          <cx:pt idx="657">No</cx:pt>
          <cx:pt idx="658">No</cx:pt>
          <cx:pt idx="659">No</cx:pt>
          <cx:pt idx="660">No</cx:pt>
          <cx:pt idx="661">No</cx:pt>
          <cx:pt idx="662">No</cx:pt>
          <cx:pt idx="663">No</cx:pt>
          <cx:pt idx="664">No</cx:pt>
          <cx:pt idx="665">No</cx:pt>
          <cx:pt idx="666">No</cx:pt>
          <cx:pt idx="667">No</cx:pt>
          <cx:pt idx="668">No</cx:pt>
          <cx:pt idx="669">No</cx:pt>
          <cx:pt idx="670">No</cx:pt>
          <cx:pt idx="671">No</cx:pt>
          <cx:pt idx="672">No</cx:pt>
          <cx:pt idx="673">No</cx:pt>
          <cx:pt idx="674">No</cx:pt>
          <cx:pt idx="675">No</cx:pt>
          <cx:pt idx="676">No</cx:pt>
          <cx:pt idx="677">No</cx:pt>
          <cx:pt idx="678">No</cx:pt>
          <cx:pt idx="679">No</cx:pt>
          <cx:pt idx="680">No</cx:pt>
          <cx:pt idx="681">No</cx:pt>
          <cx:pt idx="682">No</cx:pt>
          <cx:pt idx="683">No</cx:pt>
          <cx:pt idx="684">No</cx:pt>
          <cx:pt idx="685">No</cx:pt>
          <cx:pt idx="686">No</cx:pt>
          <cx:pt idx="687">No</cx:pt>
          <cx:pt idx="688">No</cx:pt>
          <cx:pt idx="689">No</cx:pt>
          <cx:pt idx="690">No</cx:pt>
          <cx:pt idx="691">No</cx:pt>
          <cx:pt idx="692">No</cx:pt>
          <cx:pt idx="693">No</cx:pt>
          <cx:pt idx="694">No</cx:pt>
          <cx:pt idx="695">No</cx:pt>
          <cx:pt idx="696">No</cx:pt>
          <cx:pt idx="697">No</cx:pt>
          <cx:pt idx="698">No</cx:pt>
          <cx:pt idx="699">No</cx:pt>
          <cx:pt idx="700">No</cx:pt>
          <cx:pt idx="701">No</cx:pt>
          <cx:pt idx="702">No</cx:pt>
          <cx:pt idx="703">No</cx:pt>
          <cx:pt idx="704">No</cx:pt>
          <cx:pt idx="705">No</cx:pt>
          <cx:pt idx="706">No</cx:pt>
          <cx:pt idx="707">No</cx:pt>
          <cx:pt idx="708">No</cx:pt>
          <cx:pt idx="709">No</cx:pt>
          <cx:pt idx="710">No</cx:pt>
          <cx:pt idx="711">No</cx:pt>
          <cx:pt idx="712">No</cx:pt>
          <cx:pt idx="713">No</cx:pt>
          <cx:pt idx="714">No</cx:pt>
          <cx:pt idx="715">No</cx:pt>
          <cx:pt idx="716">No</cx:pt>
          <cx:pt idx="717">No</cx:pt>
          <cx:pt idx="718">No</cx:pt>
          <cx:pt idx="719">No</cx:pt>
          <cx:pt idx="720">No</cx:pt>
          <cx:pt idx="721">No</cx:pt>
          <cx:pt idx="722">No</cx:pt>
          <cx:pt idx="723">No</cx:pt>
          <cx:pt idx="724">No</cx:pt>
          <cx:pt idx="725">No</cx:pt>
          <cx:pt idx="726">No</cx:pt>
          <cx:pt idx="727">No</cx:pt>
          <cx:pt idx="728">No</cx:pt>
          <cx:pt idx="729">No</cx:pt>
          <cx:pt idx="730">No</cx:pt>
          <cx:pt idx="731">No</cx:pt>
          <cx:pt idx="732">No</cx:pt>
          <cx:pt idx="733">No</cx:pt>
          <cx:pt idx="734">No</cx:pt>
          <cx:pt idx="735">No</cx:pt>
          <cx:pt idx="736">No</cx:pt>
          <cx:pt idx="737">No</cx:pt>
          <cx:pt idx="738">No</cx:pt>
          <cx:pt idx="739">No</cx:pt>
          <cx:pt idx="740">No</cx:pt>
          <cx:pt idx="741">No</cx:pt>
          <cx:pt idx="742">No</cx:pt>
          <cx:pt idx="743">No</cx:pt>
          <cx:pt idx="744">No</cx:pt>
          <cx:pt idx="745">No</cx:pt>
          <cx:pt idx="746">No</cx:pt>
          <cx:pt idx="747">No</cx:pt>
          <cx:pt idx="748">No</cx:pt>
          <cx:pt idx="749">No</cx:pt>
          <cx:pt idx="750">No</cx:pt>
          <cx:pt idx="751">No</cx:pt>
          <cx:pt idx="752">No</cx:pt>
          <cx:pt idx="753">No</cx:pt>
          <cx:pt idx="754">No</cx:pt>
          <cx:pt idx="755">No</cx:pt>
          <cx:pt idx="756">No</cx:pt>
          <cx:pt idx="757">No</cx:pt>
          <cx:pt idx="758">No</cx:pt>
          <cx:pt idx="759">No</cx:pt>
          <cx:pt idx="760">No</cx:pt>
          <cx:pt idx="761">No</cx:pt>
          <cx:pt idx="762">No</cx:pt>
          <cx:pt idx="763">No</cx:pt>
          <cx:pt idx="764">No</cx:pt>
          <cx:pt idx="765">No</cx:pt>
          <cx:pt idx="766">No</cx:pt>
          <cx:pt idx="767">No</cx:pt>
          <cx:pt idx="768">No</cx:pt>
          <cx:pt idx="769">No</cx:pt>
          <cx:pt idx="770">No</cx:pt>
          <cx:pt idx="771">No</cx:pt>
          <cx:pt idx="772">No</cx:pt>
          <cx:pt idx="773">No</cx:pt>
          <cx:pt idx="774">No</cx:pt>
          <cx:pt idx="775">No</cx:pt>
          <cx:pt idx="776">No</cx:pt>
          <cx:pt idx="777">No</cx:pt>
          <cx:pt idx="778">No</cx:pt>
          <cx:pt idx="779">No</cx:pt>
          <cx:pt idx="780">No</cx:pt>
          <cx:pt idx="781">No</cx:pt>
          <cx:pt idx="782">No</cx:pt>
          <cx:pt idx="783">No</cx:pt>
          <cx:pt idx="784">No</cx:pt>
          <cx:pt idx="785">No</cx:pt>
          <cx:pt idx="786">No</cx:pt>
          <cx:pt idx="787">No</cx:pt>
          <cx:pt idx="788">No</cx:pt>
          <cx:pt idx="789">No</cx:pt>
          <cx:pt idx="790">No</cx:pt>
          <cx:pt idx="791">No</cx:pt>
          <cx:pt idx="792">No</cx:pt>
          <cx:pt idx="793">No</cx:pt>
          <cx:pt idx="794">No</cx:pt>
          <cx:pt idx="795">No</cx:pt>
          <cx:pt idx="796">No</cx:pt>
          <cx:pt idx="797">No</cx:pt>
          <cx:pt idx="798">No</cx:pt>
          <cx:pt idx="799">No</cx:pt>
          <cx:pt idx="800">No</cx:pt>
          <cx:pt idx="801">No</cx:pt>
          <cx:pt idx="802">No</cx:pt>
          <cx:pt idx="803">No</cx:pt>
          <cx:pt idx="804">No</cx:pt>
          <cx:pt idx="805">No</cx:pt>
          <cx:pt idx="806">No</cx:pt>
          <cx:pt idx="807">No</cx:pt>
          <cx:pt idx="808">No</cx:pt>
          <cx:pt idx="809">No</cx:pt>
          <cx:pt idx="810">No</cx:pt>
          <cx:pt idx="811">No</cx:pt>
          <cx:pt idx="812">No</cx:pt>
          <cx:pt idx="813">No</cx:pt>
          <cx:pt idx="814">No</cx:pt>
          <cx:pt idx="815">No</cx:pt>
          <cx:pt idx="816">No</cx:pt>
          <cx:pt idx="817">No</cx:pt>
          <cx:pt idx="818">No</cx:pt>
          <cx:pt idx="819">No</cx:pt>
          <cx:pt idx="820">No</cx:pt>
          <cx:pt idx="821">No</cx:pt>
          <cx:pt idx="822">No</cx:pt>
          <cx:pt idx="823">No</cx:pt>
          <cx:pt idx="824">No</cx:pt>
          <cx:pt idx="825">No</cx:pt>
          <cx:pt idx="826">No</cx:pt>
          <cx:pt idx="827">No</cx:pt>
          <cx:pt idx="828">No</cx:pt>
          <cx:pt idx="829">No</cx:pt>
          <cx:pt idx="830">No</cx:pt>
          <cx:pt idx="831">No</cx:pt>
          <cx:pt idx="832">No</cx:pt>
          <cx:pt idx="833">No</cx:pt>
          <cx:pt idx="834">No</cx:pt>
          <cx:pt idx="835">No</cx:pt>
          <cx:pt idx="836">No</cx:pt>
          <cx:pt idx="837">No</cx:pt>
          <cx:pt idx="838">No</cx:pt>
          <cx:pt idx="839">No</cx:pt>
          <cx:pt idx="840">No</cx:pt>
          <cx:pt idx="841">No</cx:pt>
          <cx:pt idx="842">No</cx:pt>
          <cx:pt idx="843">No</cx:pt>
          <cx:pt idx="844">No</cx:pt>
          <cx:pt idx="845">No</cx:pt>
          <cx:pt idx="846">No</cx:pt>
          <cx:pt idx="847">No</cx:pt>
          <cx:pt idx="848">No</cx:pt>
          <cx:pt idx="849">No</cx:pt>
          <cx:pt idx="850">No</cx:pt>
          <cx:pt idx="851">No</cx:pt>
          <cx:pt idx="852">No</cx:pt>
          <cx:pt idx="853">No</cx:pt>
          <cx:pt idx="854">No</cx:pt>
          <cx:pt idx="855">No</cx:pt>
          <cx:pt idx="856">No</cx:pt>
          <cx:pt idx="857">No</cx:pt>
          <cx:pt idx="858">No</cx:pt>
          <cx:pt idx="859">No</cx:pt>
          <cx:pt idx="860">No</cx:pt>
          <cx:pt idx="861">No</cx:pt>
          <cx:pt idx="862">No</cx:pt>
          <cx:pt idx="863">No</cx:pt>
          <cx:pt idx="864">No</cx:pt>
          <cx:pt idx="865">No</cx:pt>
          <cx:pt idx="866">No</cx:pt>
          <cx:pt idx="867">No</cx:pt>
          <cx:pt idx="868">No</cx:pt>
          <cx:pt idx="869">No</cx:pt>
          <cx:pt idx="870">No</cx:pt>
          <cx:pt idx="871">No</cx:pt>
          <cx:pt idx="872">No</cx:pt>
          <cx:pt idx="873">No</cx:pt>
          <cx:pt idx="874">No</cx:pt>
          <cx:pt idx="875">No</cx:pt>
          <cx:pt idx="876">No</cx:pt>
          <cx:pt idx="877">No</cx:pt>
          <cx:pt idx="878">No</cx:pt>
          <cx:pt idx="879">No</cx:pt>
          <cx:pt idx="880">No</cx:pt>
          <cx:pt idx="881">No</cx:pt>
          <cx:pt idx="882">No</cx:pt>
          <cx:pt idx="883">No</cx:pt>
          <cx:pt idx="884">No</cx:pt>
          <cx:pt idx="885">No</cx:pt>
          <cx:pt idx="886">No</cx:pt>
          <cx:pt idx="887">No</cx:pt>
          <cx:pt idx="888">No</cx:pt>
          <cx:pt idx="889">No</cx:pt>
          <cx:pt idx="890">No</cx:pt>
          <cx:pt idx="891">No</cx:pt>
          <cx:pt idx="892">No</cx:pt>
          <cx:pt idx="893">No</cx:pt>
          <cx:pt idx="894">No</cx:pt>
          <cx:pt idx="895">No</cx:pt>
          <cx:pt idx="896">No</cx:pt>
          <cx:pt idx="897">No</cx:pt>
          <cx:pt idx="898">No</cx:pt>
          <cx:pt idx="899">No</cx:pt>
          <cx:pt idx="900">No</cx:pt>
          <cx:pt idx="901">No</cx:pt>
          <cx:pt idx="902">No</cx:pt>
          <cx:pt idx="903">No</cx:pt>
          <cx:pt idx="904">No</cx:pt>
          <cx:pt idx="905">No</cx:pt>
          <cx:pt idx="906">No</cx:pt>
          <cx:pt idx="907">No</cx:pt>
          <cx:pt idx="908">No</cx:pt>
          <cx:pt idx="909">No</cx:pt>
          <cx:pt idx="910">No</cx:pt>
          <cx:pt idx="911">No</cx:pt>
          <cx:pt idx="912">No</cx:pt>
          <cx:pt idx="913">No</cx:pt>
          <cx:pt idx="914">No</cx:pt>
          <cx:pt idx="915">No</cx:pt>
          <cx:pt idx="916">No</cx:pt>
          <cx:pt idx="917">No</cx:pt>
          <cx:pt idx="918">No</cx:pt>
          <cx:pt idx="919">No</cx:pt>
          <cx:pt idx="920">No</cx:pt>
          <cx:pt idx="921">No</cx:pt>
          <cx:pt idx="922">No</cx:pt>
          <cx:pt idx="923">No</cx:pt>
          <cx:pt idx="924">No</cx:pt>
          <cx:pt idx="925">No</cx:pt>
          <cx:pt idx="926">No</cx:pt>
          <cx:pt idx="927">No</cx:pt>
          <cx:pt idx="928">No</cx:pt>
          <cx:pt idx="929">No</cx:pt>
          <cx:pt idx="930">No</cx:pt>
          <cx:pt idx="931">No</cx:pt>
          <cx:pt idx="932">No</cx:pt>
          <cx:pt idx="933">No</cx:pt>
          <cx:pt idx="934">No</cx:pt>
          <cx:pt idx="935">No</cx:pt>
          <cx:pt idx="936">No</cx:pt>
          <cx:pt idx="937">No</cx:pt>
          <cx:pt idx="938">No</cx:pt>
          <cx:pt idx="939">No</cx:pt>
          <cx:pt idx="940">No</cx:pt>
          <cx:pt idx="941">No</cx:pt>
          <cx:pt idx="942">No</cx:pt>
          <cx:pt idx="943">No</cx:pt>
          <cx:pt idx="944">No</cx:pt>
          <cx:pt idx="945">No</cx:pt>
          <cx:pt idx="946">No</cx:pt>
          <cx:pt idx="947">No</cx:pt>
          <cx:pt idx="948">No</cx:pt>
          <cx:pt idx="949">No</cx:pt>
          <cx:pt idx="950">No</cx:pt>
          <cx:pt idx="951">No</cx:pt>
          <cx:pt idx="952">No</cx:pt>
          <cx:pt idx="953">No</cx:pt>
          <cx:pt idx="954">No</cx:pt>
          <cx:pt idx="955">No</cx:pt>
          <cx:pt idx="956">No</cx:pt>
          <cx:pt idx="957">No</cx:pt>
          <cx:pt idx="958">No</cx:pt>
          <cx:pt idx="959">No</cx:pt>
          <cx:pt idx="960">No</cx:pt>
          <cx:pt idx="961">No</cx:pt>
          <cx:pt idx="962">No</cx:pt>
          <cx:pt idx="963">No</cx:pt>
          <cx:pt idx="964">No</cx:pt>
          <cx:pt idx="965">No</cx:pt>
          <cx:pt idx="966">No</cx:pt>
          <cx:pt idx="967">No</cx:pt>
          <cx:pt idx="968">No</cx:pt>
          <cx:pt idx="969">No</cx:pt>
          <cx:pt idx="970">No</cx:pt>
          <cx:pt idx="971">No</cx:pt>
          <cx:pt idx="972">No</cx:pt>
          <cx:pt idx="973">No</cx:pt>
          <cx:pt idx="974">No</cx:pt>
          <cx:pt idx="975">No</cx:pt>
          <cx:pt idx="976">No</cx:pt>
          <cx:pt idx="977">No</cx:pt>
          <cx:pt idx="978">No</cx:pt>
          <cx:pt idx="979">No</cx:pt>
          <cx:pt idx="980">No</cx:pt>
          <cx:pt idx="981">No</cx:pt>
          <cx:pt idx="982">No</cx:pt>
          <cx:pt idx="983">No</cx:pt>
          <cx:pt idx="984">No</cx:pt>
          <cx:pt idx="985">No</cx:pt>
          <cx:pt idx="986">No</cx:pt>
          <cx:pt idx="987">No</cx:pt>
          <cx:pt idx="988">No</cx:pt>
          <cx:pt idx="989">No</cx:pt>
          <cx:pt idx="990">No</cx:pt>
          <cx:pt idx="991">No</cx:pt>
          <cx:pt idx="992">No</cx:pt>
          <cx:pt idx="993">No</cx:pt>
          <cx:pt idx="994">No</cx:pt>
          <cx:pt idx="995">No</cx:pt>
          <cx:pt idx="996">No</cx:pt>
          <cx:pt idx="997">No</cx:pt>
          <cx:pt idx="998">No</cx:pt>
          <cx:pt idx="999">No</cx:pt>
          <cx:pt idx="1000">No</cx:pt>
          <cx:pt idx="1001">No</cx:pt>
          <cx:pt idx="1002">No</cx:pt>
          <cx:pt idx="1003">No</cx:pt>
          <cx:pt idx="1004">No</cx:pt>
          <cx:pt idx="1005">No</cx:pt>
          <cx:pt idx="1006">No</cx:pt>
          <cx:pt idx="1007">No</cx:pt>
          <cx:pt idx="1008">No</cx:pt>
          <cx:pt idx="1009">No</cx:pt>
          <cx:pt idx="1010">No</cx:pt>
          <cx:pt idx="1011">No</cx:pt>
          <cx:pt idx="1012">No</cx:pt>
          <cx:pt idx="1013">No</cx:pt>
          <cx:pt idx="1014">No</cx:pt>
          <cx:pt idx="1015">No</cx:pt>
          <cx:pt idx="1016">No</cx:pt>
          <cx:pt idx="1017">No</cx:pt>
          <cx:pt idx="1018">No</cx:pt>
          <cx:pt idx="1019">No</cx:pt>
          <cx:pt idx="1020">No</cx:pt>
          <cx:pt idx="1021">No</cx:pt>
          <cx:pt idx="1022">No</cx:pt>
          <cx:pt idx="1023">No</cx:pt>
          <cx:pt idx="1024">No</cx:pt>
          <cx:pt idx="1025">No</cx:pt>
          <cx:pt idx="1026">No</cx:pt>
          <cx:pt idx="1027">No</cx:pt>
          <cx:pt idx="1028">No</cx:pt>
          <cx:pt idx="1029">No</cx:pt>
          <cx:pt idx="1030">No</cx:pt>
          <cx:pt idx="1031">No</cx:pt>
          <cx:pt idx="1032">No</cx:pt>
          <cx:pt idx="1033">No</cx:pt>
          <cx:pt idx="1034">No</cx:pt>
          <cx:pt idx="1035">No</cx:pt>
          <cx:pt idx="1036">No</cx:pt>
          <cx:pt idx="1037">No</cx:pt>
          <cx:pt idx="1038">No</cx:pt>
          <cx:pt idx="1039">No</cx:pt>
          <cx:pt idx="1040">No</cx:pt>
          <cx:pt idx="1041">No</cx:pt>
          <cx:pt idx="1042">No</cx:pt>
          <cx:pt idx="1043">No</cx:pt>
          <cx:pt idx="1044">No</cx:pt>
          <cx:pt idx="1045">No</cx:pt>
          <cx:pt idx="1046">No</cx:pt>
          <cx:pt idx="1047">No</cx:pt>
          <cx:pt idx="1048">No</cx:pt>
          <cx:pt idx="1049">No</cx:pt>
          <cx:pt idx="1050">No</cx:pt>
          <cx:pt idx="1051">No</cx:pt>
          <cx:pt idx="1052">No</cx:pt>
          <cx:pt idx="1053">No</cx:pt>
          <cx:pt idx="1054">No</cx:pt>
          <cx:pt idx="1055">No</cx:pt>
          <cx:pt idx="1056">No</cx:pt>
          <cx:pt idx="1057">No</cx:pt>
          <cx:pt idx="1058">No</cx:pt>
          <cx:pt idx="1059">No</cx:pt>
          <cx:pt idx="1060">No</cx:pt>
          <cx:pt idx="1061">No</cx:pt>
          <cx:pt idx="1062">No</cx:pt>
          <cx:pt idx="1063">No</cx:pt>
          <cx:pt idx="1064">No</cx:pt>
          <cx:pt idx="1065">No</cx:pt>
          <cx:pt idx="1066">No</cx:pt>
          <cx:pt idx="1067">No</cx:pt>
          <cx:pt idx="1068">No</cx:pt>
          <cx:pt idx="1069">No</cx:pt>
          <cx:pt idx="1070">No</cx:pt>
          <cx:pt idx="1071">No</cx:pt>
          <cx:pt idx="1072">No</cx:pt>
          <cx:pt idx="1073">No</cx:pt>
          <cx:pt idx="1074">No</cx:pt>
          <cx:pt idx="1075">No</cx:pt>
          <cx:pt idx="1076">No</cx:pt>
          <cx:pt idx="1077">No</cx:pt>
          <cx:pt idx="1078">No</cx:pt>
          <cx:pt idx="1079">No</cx:pt>
          <cx:pt idx="1080">No</cx:pt>
          <cx:pt idx="1081">No</cx:pt>
          <cx:pt idx="1082">No</cx:pt>
          <cx:pt idx="1083">No</cx:pt>
          <cx:pt idx="1084">No</cx:pt>
          <cx:pt idx="1085">No</cx:pt>
          <cx:pt idx="1086">No</cx:pt>
          <cx:pt idx="1087">No</cx:pt>
          <cx:pt idx="1088">No</cx:pt>
          <cx:pt idx="1089">No</cx:pt>
          <cx:pt idx="1090">No</cx:pt>
          <cx:pt idx="1091">No</cx:pt>
          <cx:pt idx="1092">No</cx:pt>
          <cx:pt idx="1093">No</cx:pt>
          <cx:pt idx="1094">No</cx:pt>
          <cx:pt idx="1095">No</cx:pt>
          <cx:pt idx="1096">No</cx:pt>
          <cx:pt idx="1097">No</cx:pt>
          <cx:pt idx="1098">No</cx:pt>
          <cx:pt idx="1099">No</cx:pt>
          <cx:pt idx="1100">No</cx:pt>
          <cx:pt idx="1101">No</cx:pt>
          <cx:pt idx="1102">No</cx:pt>
          <cx:pt idx="1103">No</cx:pt>
          <cx:pt idx="1104">No</cx:pt>
          <cx:pt idx="1105">No</cx:pt>
          <cx:pt idx="1106">No</cx:pt>
          <cx:pt idx="1107">No</cx:pt>
          <cx:pt idx="1108">No</cx:pt>
          <cx:pt idx="1109">No</cx:pt>
          <cx:pt idx="1110">No</cx:pt>
          <cx:pt idx="1111">No</cx:pt>
          <cx:pt idx="1112">No</cx:pt>
          <cx:pt idx="1113">No</cx:pt>
          <cx:pt idx="1114">No</cx:pt>
          <cx:pt idx="1115">No</cx:pt>
          <cx:pt idx="1116">No</cx:pt>
          <cx:pt idx="1117">No</cx:pt>
          <cx:pt idx="1118">No</cx:pt>
          <cx:pt idx="1119">No</cx:pt>
          <cx:pt idx="1120">No</cx:pt>
          <cx:pt idx="1121">No</cx:pt>
          <cx:pt idx="1122">No</cx:pt>
          <cx:pt idx="1123">No</cx:pt>
          <cx:pt idx="1124">No</cx:pt>
          <cx:pt idx="1125">No</cx:pt>
          <cx:pt idx="1126">No</cx:pt>
          <cx:pt idx="1127">No</cx:pt>
          <cx:pt idx="1128">No</cx:pt>
          <cx:pt idx="1129">No</cx:pt>
          <cx:pt idx="1130">No</cx:pt>
          <cx:pt idx="1131">No</cx:pt>
          <cx:pt idx="1132">No</cx:pt>
          <cx:pt idx="1133">No</cx:pt>
          <cx:pt idx="1134">No</cx:pt>
          <cx:pt idx="1135">No</cx:pt>
          <cx:pt idx="1136">No</cx:pt>
          <cx:pt idx="1137">No</cx:pt>
          <cx:pt idx="1138">No</cx:pt>
          <cx:pt idx="1139">No</cx:pt>
          <cx:pt idx="1140">No</cx:pt>
          <cx:pt idx="1141">No</cx:pt>
          <cx:pt idx="1142">No</cx:pt>
          <cx:pt idx="1143">No</cx:pt>
          <cx:pt idx="1144">No</cx:pt>
          <cx:pt idx="1145">No</cx:pt>
          <cx:pt idx="1146">No</cx:pt>
          <cx:pt idx="1147">No</cx:pt>
          <cx:pt idx="1148">No</cx:pt>
          <cx:pt idx="1149">No</cx:pt>
          <cx:pt idx="1150">No</cx:pt>
          <cx:pt idx="1151">No</cx:pt>
          <cx:pt idx="1152">No</cx:pt>
          <cx:pt idx="1153">No</cx:pt>
          <cx:pt idx="1154">No</cx:pt>
          <cx:pt idx="1155">No</cx:pt>
          <cx:pt idx="1156">No</cx:pt>
          <cx:pt idx="1157">No</cx:pt>
          <cx:pt idx="1158">No</cx:pt>
          <cx:pt idx="1159">No</cx:pt>
          <cx:pt idx="1160">No</cx:pt>
          <cx:pt idx="1161">No</cx:pt>
          <cx:pt idx="1162">No</cx:pt>
          <cx:pt idx="1163">No</cx:pt>
          <cx:pt idx="1164">No</cx:pt>
          <cx:pt idx="1165">No</cx:pt>
          <cx:pt idx="1166">No</cx:pt>
          <cx:pt idx="1167">No</cx:pt>
          <cx:pt idx="1168">No</cx:pt>
          <cx:pt idx="1169">No</cx:pt>
          <cx:pt idx="1170">No</cx:pt>
          <cx:pt idx="1171">No</cx:pt>
          <cx:pt idx="1172">No</cx:pt>
          <cx:pt idx="1173">No</cx:pt>
          <cx:pt idx="1174">No</cx:pt>
          <cx:pt idx="1175">No</cx:pt>
          <cx:pt idx="1176">No</cx:pt>
          <cx:pt idx="1177">No</cx:pt>
          <cx:pt idx="1178">No</cx:pt>
          <cx:pt idx="1179">No</cx:pt>
          <cx:pt idx="1180">No</cx:pt>
          <cx:pt idx="1181">No</cx:pt>
          <cx:pt idx="1182">No</cx:pt>
          <cx:pt idx="1183">No</cx:pt>
          <cx:pt idx="1184">No</cx:pt>
          <cx:pt idx="1185">No</cx:pt>
          <cx:pt idx="1186">No</cx:pt>
          <cx:pt idx="1187">No</cx:pt>
          <cx:pt idx="1188">No</cx:pt>
          <cx:pt idx="1189">No</cx:pt>
          <cx:pt idx="1190">No</cx:pt>
          <cx:pt idx="1191">No</cx:pt>
          <cx:pt idx="1192">No</cx:pt>
          <cx:pt idx="1193">No</cx:pt>
          <cx:pt idx="1194">No</cx:pt>
          <cx:pt idx="1195">No</cx:pt>
          <cx:pt idx="1196">No</cx:pt>
          <cx:pt idx="1197">No</cx:pt>
          <cx:pt idx="1198">No</cx:pt>
          <cx:pt idx="1199">No</cx:pt>
          <cx:pt idx="1200">No</cx:pt>
          <cx:pt idx="1201">No</cx:pt>
          <cx:pt idx="1202">No</cx:pt>
          <cx:pt idx="1203">No</cx:pt>
          <cx:pt idx="1204">No</cx:pt>
          <cx:pt idx="1205">No</cx:pt>
          <cx:pt idx="1206">No</cx:pt>
          <cx:pt idx="1207">No</cx:pt>
          <cx:pt idx="1208">No</cx:pt>
          <cx:pt idx="1209">No</cx:pt>
          <cx:pt idx="1210">No</cx:pt>
          <cx:pt idx="1211">No</cx:pt>
          <cx:pt idx="1212">No</cx:pt>
          <cx:pt idx="1213">No</cx:pt>
          <cx:pt idx="1214">No</cx:pt>
          <cx:pt idx="1215">No</cx:pt>
          <cx:pt idx="1216">No</cx:pt>
          <cx:pt idx="1217">No</cx:pt>
          <cx:pt idx="1218">No</cx:pt>
          <cx:pt idx="1219">No</cx:pt>
          <cx:pt idx="1220">No</cx:pt>
          <cx:pt idx="1221">No</cx:pt>
          <cx:pt idx="1222">No</cx:pt>
          <cx:pt idx="1223">No</cx:pt>
          <cx:pt idx="1224">No</cx:pt>
          <cx:pt idx="1225">No</cx:pt>
          <cx:pt idx="1226">No</cx:pt>
          <cx:pt idx="1227">No</cx:pt>
          <cx:pt idx="1228">No</cx:pt>
          <cx:pt idx="1229">No</cx:pt>
          <cx:pt idx="1230">No</cx:pt>
          <cx:pt idx="1231">No</cx:pt>
          <cx:pt idx="1232">No</cx:pt>
          <cx:pt idx="1233">No</cx:pt>
          <cx:pt idx="1234">No</cx:pt>
          <cx:pt idx="1235">No</cx:pt>
          <cx:pt idx="1236">No</cx:pt>
          <cx:pt idx="1237">No</cx:pt>
          <cx:pt idx="1238">No</cx:pt>
          <cx:pt idx="1239">No</cx:pt>
          <cx:pt idx="1240">No</cx:pt>
          <cx:pt idx="1241">No</cx:pt>
          <cx:pt idx="1242">No</cx:pt>
          <cx:pt idx="1243">No</cx:pt>
          <cx:pt idx="1244">No</cx:pt>
          <cx:pt idx="1245">No</cx:pt>
          <cx:pt idx="1246">No</cx:pt>
          <cx:pt idx="1247">No</cx:pt>
          <cx:pt idx="1248">No</cx:pt>
          <cx:pt idx="1249">No</cx:pt>
          <cx:pt idx="1250">No</cx:pt>
          <cx:pt idx="1251">No</cx:pt>
          <cx:pt idx="1252">No</cx:pt>
          <cx:pt idx="1253">No</cx:pt>
          <cx:pt idx="1254">No</cx:pt>
          <cx:pt idx="1255">No</cx:pt>
          <cx:pt idx="1256">No</cx:pt>
          <cx:pt idx="1257">No</cx:pt>
          <cx:pt idx="1258">No</cx:pt>
          <cx:pt idx="1259">No</cx:pt>
          <cx:pt idx="1260">No</cx:pt>
          <cx:pt idx="1261">No</cx:pt>
          <cx:pt idx="1262">No</cx:pt>
          <cx:pt idx="1263">No</cx:pt>
          <cx:pt idx="1264">No</cx:pt>
          <cx:pt idx="1265">No</cx:pt>
          <cx:pt idx="1266">No</cx:pt>
          <cx:pt idx="1267">No</cx:pt>
          <cx:pt idx="1268">No</cx:pt>
          <cx:pt idx="1269">No</cx:pt>
          <cx:pt idx="1270">No</cx:pt>
          <cx:pt idx="1271">No</cx:pt>
          <cx:pt idx="1272">No</cx:pt>
          <cx:pt idx="1273">No</cx:pt>
          <cx:pt idx="1274">No</cx:pt>
          <cx:pt idx="1275">No</cx:pt>
          <cx:pt idx="1276">No</cx:pt>
          <cx:pt idx="1277">No</cx:pt>
          <cx:pt idx="1278">No</cx:pt>
          <cx:pt idx="1279">No</cx:pt>
          <cx:pt idx="1280">No</cx:pt>
          <cx:pt idx="1281">No</cx:pt>
          <cx:pt idx="1282">No</cx:pt>
          <cx:pt idx="1283">No</cx:pt>
          <cx:pt idx="1284">No</cx:pt>
          <cx:pt idx="1285">No</cx:pt>
          <cx:pt idx="1286">No</cx:pt>
          <cx:pt idx="1287">No</cx:pt>
          <cx:pt idx="1288">No</cx:pt>
          <cx:pt idx="1289">No</cx:pt>
          <cx:pt idx="1290">No</cx:pt>
          <cx:pt idx="1291">No</cx:pt>
          <cx:pt idx="1292">No</cx:pt>
          <cx:pt idx="1293">No</cx:pt>
          <cx:pt idx="1294">No</cx:pt>
          <cx:pt idx="1295">No</cx:pt>
          <cx:pt idx="1296">No</cx:pt>
          <cx:pt idx="1297">No</cx:pt>
          <cx:pt idx="1298">No</cx:pt>
          <cx:pt idx="1299">No</cx:pt>
          <cx:pt idx="1300">No</cx:pt>
          <cx:pt idx="1301">No</cx:pt>
          <cx:pt idx="1302">No</cx:pt>
          <cx:pt idx="1303">No</cx:pt>
          <cx:pt idx="1304">No</cx:pt>
          <cx:pt idx="1305">No</cx:pt>
          <cx:pt idx="1306">No</cx:pt>
          <cx:pt idx="1307">No</cx:pt>
          <cx:pt idx="1308">No</cx:pt>
          <cx:pt idx="1309">No</cx:pt>
          <cx:pt idx="1310">No</cx:pt>
          <cx:pt idx="1311">No</cx:pt>
          <cx:pt idx="1312">No</cx:pt>
          <cx:pt idx="1313">No</cx:pt>
          <cx:pt idx="1314">No</cx:pt>
          <cx:pt idx="1315">No</cx:pt>
          <cx:pt idx="1316">No</cx:pt>
          <cx:pt idx="1317">No</cx:pt>
          <cx:pt idx="1318">No</cx:pt>
          <cx:pt idx="1319">No</cx:pt>
          <cx:pt idx="1320">No</cx:pt>
          <cx:pt idx="1321">No</cx:pt>
          <cx:pt idx="1322">No</cx:pt>
          <cx:pt idx="1323">No</cx:pt>
          <cx:pt idx="1324">No</cx:pt>
          <cx:pt idx="1325">No</cx:pt>
          <cx:pt idx="1326">No</cx:pt>
          <cx:pt idx="1327">No</cx:pt>
          <cx:pt idx="1328">No</cx:pt>
          <cx:pt idx="1329">No</cx:pt>
          <cx:pt idx="1330">No</cx:pt>
          <cx:pt idx="1331">No</cx:pt>
          <cx:pt idx="1332">No</cx:pt>
          <cx:pt idx="1333">No</cx:pt>
          <cx:pt idx="1334">No</cx:pt>
          <cx:pt idx="1335">No</cx:pt>
          <cx:pt idx="1336">No</cx:pt>
          <cx:pt idx="1337">No</cx:pt>
          <cx:pt idx="1338">No</cx:pt>
          <cx:pt idx="1339">No</cx:pt>
          <cx:pt idx="1340">No</cx:pt>
          <cx:pt idx="1341">No</cx:pt>
          <cx:pt idx="1342">No</cx:pt>
          <cx:pt idx="1343">No</cx:pt>
          <cx:pt idx="1344">No</cx:pt>
          <cx:pt idx="1345">No</cx:pt>
          <cx:pt idx="1346">No</cx:pt>
          <cx:pt idx="1347">No</cx:pt>
          <cx:pt idx="1348">No</cx:pt>
          <cx:pt idx="1349">No</cx:pt>
          <cx:pt idx="1350">No</cx:pt>
          <cx:pt idx="1351">No</cx:pt>
          <cx:pt idx="1352">No</cx:pt>
          <cx:pt idx="1353">No</cx:pt>
          <cx:pt idx="1354">No</cx:pt>
          <cx:pt idx="1355">No</cx:pt>
          <cx:pt idx="1356">No</cx:pt>
          <cx:pt idx="1357">No</cx:pt>
          <cx:pt idx="1358">No</cx:pt>
          <cx:pt idx="1359">No</cx:pt>
          <cx:pt idx="1360">No</cx:pt>
          <cx:pt idx="1361">No</cx:pt>
          <cx:pt idx="1362">No</cx:pt>
          <cx:pt idx="1363">No</cx:pt>
          <cx:pt idx="1364">No</cx:pt>
          <cx:pt idx="1365">No</cx:pt>
          <cx:pt idx="1366">No</cx:pt>
          <cx:pt idx="1367">No</cx:pt>
          <cx:pt idx="1368">No</cx:pt>
          <cx:pt idx="1369">No</cx:pt>
          <cx:pt idx="1370">No</cx:pt>
          <cx:pt idx="1371">No</cx:pt>
          <cx:pt idx="1372">No</cx:pt>
          <cx:pt idx="1373">No</cx:pt>
          <cx:pt idx="1374">No</cx:pt>
          <cx:pt idx="1375">No</cx:pt>
          <cx:pt idx="1376">No</cx:pt>
          <cx:pt idx="1377">No</cx:pt>
          <cx:pt idx="1378">No</cx:pt>
          <cx:pt idx="1379">No</cx:pt>
          <cx:pt idx="1380">No</cx:pt>
          <cx:pt idx="1381">No</cx:pt>
          <cx:pt idx="1382">No</cx:pt>
          <cx:pt idx="1383">No</cx:pt>
          <cx:pt idx="1384">No</cx:pt>
          <cx:pt idx="1385">No</cx:pt>
          <cx:pt idx="1386">No</cx:pt>
          <cx:pt idx="1387">No</cx:pt>
          <cx:pt idx="1388">No</cx:pt>
          <cx:pt idx="1389">No</cx:pt>
          <cx:pt idx="1390">No</cx:pt>
          <cx:pt idx="1391">No</cx:pt>
          <cx:pt idx="1392">No</cx:pt>
          <cx:pt idx="1393">No</cx:pt>
          <cx:pt idx="1394">No</cx:pt>
          <cx:pt idx="1395">No</cx:pt>
          <cx:pt idx="1396">No</cx:pt>
          <cx:pt idx="1397">No</cx:pt>
          <cx:pt idx="1398">No</cx:pt>
          <cx:pt idx="1399">No</cx:pt>
          <cx:pt idx="1400">No</cx:pt>
          <cx:pt idx="1401">No</cx:pt>
          <cx:pt idx="1402">No</cx:pt>
          <cx:pt idx="1403">No</cx:pt>
          <cx:pt idx="1404">No</cx:pt>
          <cx:pt idx="1405">No</cx:pt>
          <cx:pt idx="1406">No</cx:pt>
          <cx:pt idx="1407">No</cx:pt>
          <cx:pt idx="1408">No</cx:pt>
          <cx:pt idx="1409">No</cx:pt>
          <cx:pt idx="1410">No</cx:pt>
          <cx:pt idx="1411">No</cx:pt>
          <cx:pt idx="1412">No</cx:pt>
          <cx:pt idx="1413">No</cx:pt>
          <cx:pt idx="1414">No</cx:pt>
          <cx:pt idx="1415">No</cx:pt>
          <cx:pt idx="1416">No</cx:pt>
          <cx:pt idx="1417">No</cx:pt>
          <cx:pt idx="1418">No</cx:pt>
          <cx:pt idx="1419">No</cx:pt>
          <cx:pt idx="1420">No</cx:pt>
          <cx:pt idx="1421">No</cx:pt>
          <cx:pt idx="1422">No</cx:pt>
          <cx:pt idx="1423">No</cx:pt>
          <cx:pt idx="1424">No</cx:pt>
          <cx:pt idx="1425">No</cx:pt>
          <cx:pt idx="1426">No</cx:pt>
          <cx:pt idx="1427">No</cx:pt>
          <cx:pt idx="1428">No</cx:pt>
          <cx:pt idx="1429">No</cx:pt>
          <cx:pt idx="1430">No</cx:pt>
          <cx:pt idx="1431">No</cx:pt>
          <cx:pt idx="1432">No</cx:pt>
          <cx:pt idx="1433">No</cx:pt>
          <cx:pt idx="1434">No</cx:pt>
          <cx:pt idx="1435">No</cx:pt>
          <cx:pt idx="1436">No</cx:pt>
          <cx:pt idx="1437">No</cx:pt>
          <cx:pt idx="1438">No</cx:pt>
          <cx:pt idx="1439">No</cx:pt>
          <cx:pt idx="1440">No</cx:pt>
          <cx:pt idx="1441">No</cx:pt>
          <cx:pt idx="1442">No</cx:pt>
          <cx:pt idx="1443">No</cx:pt>
          <cx:pt idx="1444">No</cx:pt>
          <cx:pt idx="1445">No</cx:pt>
          <cx:pt idx="1446">No</cx:pt>
          <cx:pt idx="1447">No</cx:pt>
          <cx:pt idx="1448">No</cx:pt>
          <cx:pt idx="1449">No</cx:pt>
          <cx:pt idx="1450">No</cx:pt>
          <cx:pt idx="1451">No</cx:pt>
          <cx:pt idx="1452">No</cx:pt>
          <cx:pt idx="1453">No</cx:pt>
          <cx:pt idx="1454">No</cx:pt>
          <cx:pt idx="1455">No</cx:pt>
          <cx:pt idx="1456">No</cx:pt>
          <cx:pt idx="1457">No</cx:pt>
          <cx:pt idx="1458">No</cx:pt>
          <cx:pt idx="1459">No</cx:pt>
          <cx:pt idx="1460">Yes</cx:pt>
          <cx:pt idx="1461">Yes</cx:pt>
          <cx:pt idx="1462">Yes</cx:pt>
          <cx:pt idx="1463">Yes</cx:pt>
          <cx:pt idx="1464">Yes</cx:pt>
          <cx:pt idx="1465">Yes</cx:pt>
          <cx:pt idx="1466">Yes</cx:pt>
          <cx:pt idx="1467">Yes</cx:pt>
          <cx:pt idx="1468">Yes</cx:pt>
          <cx:pt idx="1469">Yes</cx:pt>
          <cx:pt idx="1470">Yes</cx:pt>
          <cx:pt idx="1471">Yes</cx:pt>
          <cx:pt idx="1472">Yes</cx:pt>
          <cx:pt idx="1473">Yes</cx:pt>
          <cx:pt idx="1474">Yes</cx:pt>
          <cx:pt idx="1475">Yes</cx:pt>
          <cx:pt idx="1476">Yes</cx:pt>
          <cx:pt idx="1477">Yes</cx:pt>
          <cx:pt idx="1478">Yes</cx:pt>
          <cx:pt idx="1479">Yes</cx:pt>
          <cx:pt idx="1480">Yes</cx:pt>
          <cx:pt idx="1481">Yes</cx:pt>
          <cx:pt idx="1482">Yes</cx:pt>
          <cx:pt idx="1483">Yes</cx:pt>
          <cx:pt idx="1484">Yes</cx:pt>
          <cx:pt idx="1485">Yes</cx:pt>
          <cx:pt idx="1486">Yes</cx:pt>
          <cx:pt idx="1487">Yes</cx:pt>
          <cx:pt idx="1488">Yes</cx:pt>
          <cx:pt idx="1489">Yes</cx:pt>
          <cx:pt idx="1490">Yes</cx:pt>
          <cx:pt idx="1491">Yes</cx:pt>
          <cx:pt idx="1492">Yes</cx:pt>
          <cx:pt idx="1493">Yes</cx:pt>
          <cx:pt idx="1494">Yes</cx:pt>
          <cx:pt idx="1495">Yes</cx:pt>
          <cx:pt idx="1496">Yes</cx:pt>
          <cx:pt idx="1497">Yes</cx:pt>
          <cx:pt idx="1498">Yes</cx:pt>
          <cx:pt idx="1499">Yes</cx:pt>
          <cx:pt idx="1500">Yes</cx:pt>
          <cx:pt idx="1501">Yes</cx:pt>
          <cx:pt idx="1502">Yes</cx:pt>
          <cx:pt idx="1503">Yes</cx:pt>
          <cx:pt idx="1504">Yes</cx:pt>
          <cx:pt idx="1505">Yes</cx:pt>
          <cx:pt idx="1506">Yes</cx:pt>
          <cx:pt idx="1507">Yes</cx:pt>
          <cx:pt idx="1508">Yes</cx:pt>
          <cx:pt idx="1509">Yes</cx:pt>
          <cx:pt idx="1510">Yes</cx:pt>
          <cx:pt idx="1511">Yes</cx:pt>
          <cx:pt idx="1512">Yes</cx:pt>
          <cx:pt idx="1513">Yes</cx:pt>
          <cx:pt idx="1514">Yes</cx:pt>
          <cx:pt idx="1515">Yes</cx:pt>
          <cx:pt idx="1516">Yes</cx:pt>
          <cx:pt idx="1517">Yes</cx:pt>
          <cx:pt idx="1518">Yes</cx:pt>
          <cx:pt idx="1519">Yes</cx:pt>
          <cx:pt idx="1520">Yes</cx:pt>
          <cx:pt idx="1521">Yes</cx:pt>
          <cx:pt idx="1522">Yes</cx:pt>
          <cx:pt idx="1523">Yes</cx:pt>
          <cx:pt idx="1524">Yes</cx:pt>
          <cx:pt idx="1525">Yes</cx:pt>
          <cx:pt idx="1526">Yes</cx:pt>
          <cx:pt idx="1527">Yes</cx:pt>
          <cx:pt idx="1528">Yes</cx:pt>
          <cx:pt idx="1529">Yes</cx:pt>
          <cx:pt idx="1530">Yes</cx:pt>
          <cx:pt idx="1531">Yes</cx:pt>
          <cx:pt idx="1532">Yes</cx:pt>
          <cx:pt idx="1533">Yes</cx:pt>
          <cx:pt idx="1534">Yes</cx:pt>
          <cx:pt idx="1535">Yes</cx:pt>
          <cx:pt idx="1536">Yes</cx:pt>
          <cx:pt idx="1537">Yes</cx:pt>
          <cx:pt idx="1538">Yes</cx:pt>
          <cx:pt idx="1539">Yes</cx:pt>
          <cx:pt idx="1540">Yes</cx:pt>
          <cx:pt idx="1541">Yes</cx:pt>
          <cx:pt idx="1542">Yes</cx:pt>
          <cx:pt idx="1543">Yes</cx:pt>
          <cx:pt idx="1544">Yes</cx:pt>
          <cx:pt idx="1545">Yes</cx:pt>
          <cx:pt idx="1546">Yes</cx:pt>
          <cx:pt idx="1547">Yes</cx:pt>
          <cx:pt idx="1548">Yes</cx:pt>
          <cx:pt idx="1549">Yes</cx:pt>
          <cx:pt idx="1550">Yes</cx:pt>
          <cx:pt idx="1551">Yes</cx:pt>
          <cx:pt idx="1552">Yes</cx:pt>
          <cx:pt idx="1553">Yes</cx:pt>
          <cx:pt idx="1554">Yes</cx:pt>
          <cx:pt idx="1555">Yes</cx:pt>
          <cx:pt idx="1556">Yes</cx:pt>
          <cx:pt idx="1557">Yes</cx:pt>
          <cx:pt idx="1558">Yes</cx:pt>
          <cx:pt idx="1559">Yes</cx:pt>
          <cx:pt idx="1560">Yes</cx:pt>
          <cx:pt idx="1561">Yes</cx:pt>
          <cx:pt idx="1562">Yes</cx:pt>
          <cx:pt idx="1563">Yes</cx:pt>
          <cx:pt idx="1564">Yes</cx:pt>
          <cx:pt idx="1565">Yes</cx:pt>
          <cx:pt idx="1566">Yes</cx:pt>
          <cx:pt idx="1567">Yes</cx:pt>
          <cx:pt idx="1568">Yes</cx:pt>
          <cx:pt idx="1569">Yes</cx:pt>
          <cx:pt idx="1570">Yes</cx:pt>
          <cx:pt idx="1571">Yes</cx:pt>
          <cx:pt idx="1572">Yes</cx:pt>
          <cx:pt idx="1573">Yes</cx:pt>
          <cx:pt idx="1574">Yes</cx:pt>
          <cx:pt idx="1575">Yes</cx:pt>
          <cx:pt idx="1576">Yes</cx:pt>
          <cx:pt idx="1577">Yes</cx:pt>
          <cx:pt idx="1578">Yes</cx:pt>
          <cx:pt idx="1579">Yes</cx:pt>
          <cx:pt idx="1580">Yes</cx:pt>
          <cx:pt idx="1581">Yes</cx:pt>
          <cx:pt idx="1582">Yes</cx:pt>
          <cx:pt idx="1583">Yes</cx:pt>
          <cx:pt idx="1584">Yes</cx:pt>
          <cx:pt idx="1585">Yes</cx:pt>
          <cx:pt idx="1586">Yes</cx:pt>
          <cx:pt idx="1587">Yes</cx:pt>
          <cx:pt idx="1588">Yes</cx:pt>
          <cx:pt idx="1589">Yes</cx:pt>
          <cx:pt idx="1590">Yes</cx:pt>
          <cx:pt idx="1591">Yes</cx:pt>
          <cx:pt idx="1592">Yes</cx:pt>
          <cx:pt idx="1593">Yes</cx:pt>
          <cx:pt idx="1594">Yes</cx:pt>
          <cx:pt idx="1595">Yes</cx:pt>
          <cx:pt idx="1596">Yes</cx:pt>
          <cx:pt idx="1597">Yes</cx:pt>
          <cx:pt idx="1598">Yes</cx:pt>
          <cx:pt idx="1599">Yes</cx:pt>
          <cx:pt idx="1600">Yes</cx:pt>
          <cx:pt idx="1601">Yes</cx:pt>
          <cx:pt idx="1602">Yes</cx:pt>
          <cx:pt idx="1603">Yes</cx:pt>
          <cx:pt idx="1604">Yes</cx:pt>
          <cx:pt idx="1605">Yes</cx:pt>
          <cx:pt idx="1606">Yes</cx:pt>
          <cx:pt idx="1607">Yes</cx:pt>
          <cx:pt idx="1608">Yes</cx:pt>
          <cx:pt idx="1609">Yes</cx:pt>
          <cx:pt idx="1610">Yes</cx:pt>
          <cx:pt idx="1611">Yes</cx:pt>
          <cx:pt idx="1612">Yes</cx:pt>
          <cx:pt idx="1613">Yes</cx:pt>
          <cx:pt idx="1614">Yes</cx:pt>
          <cx:pt idx="1615">Yes</cx:pt>
          <cx:pt idx="1616">Yes</cx:pt>
          <cx:pt idx="1617">Yes</cx:pt>
          <cx:pt idx="1618">Yes</cx:pt>
          <cx:pt idx="1619">Yes</cx:pt>
          <cx:pt idx="1620">Yes</cx:pt>
          <cx:pt idx="1621">Yes</cx:pt>
          <cx:pt idx="1622">Yes</cx:pt>
          <cx:pt idx="1623">Yes</cx:pt>
          <cx:pt idx="1624">Yes</cx:pt>
          <cx:pt idx="1625">Yes</cx:pt>
          <cx:pt idx="1626">Yes</cx:pt>
          <cx:pt idx="1627">Yes</cx:pt>
          <cx:pt idx="1628">Yes</cx:pt>
          <cx:pt idx="1629">Yes</cx:pt>
          <cx:pt idx="1630">Yes</cx:pt>
          <cx:pt idx="1631">Yes</cx:pt>
          <cx:pt idx="1632">Yes</cx:pt>
          <cx:pt idx="1633">Yes</cx:pt>
          <cx:pt idx="1634">Yes</cx:pt>
          <cx:pt idx="1635">Yes</cx:pt>
          <cx:pt idx="1636">Yes</cx:pt>
          <cx:pt idx="1637">Yes</cx:pt>
          <cx:pt idx="1638">Yes</cx:pt>
          <cx:pt idx="1639">Yes</cx:pt>
          <cx:pt idx="1640">Yes</cx:pt>
          <cx:pt idx="1641">Yes</cx:pt>
          <cx:pt idx="1642">Yes</cx:pt>
          <cx:pt idx="1643">Yes</cx:pt>
          <cx:pt idx="1644">Yes</cx:pt>
          <cx:pt idx="1645">Yes</cx:pt>
          <cx:pt idx="1646">Yes</cx:pt>
          <cx:pt idx="1647">Yes</cx:pt>
          <cx:pt idx="1648">Yes</cx:pt>
          <cx:pt idx="1649">Yes</cx:pt>
          <cx:pt idx="1650">Yes</cx:pt>
          <cx:pt idx="1651">Yes</cx:pt>
          <cx:pt idx="1652">Yes</cx:pt>
          <cx:pt idx="1653">Yes</cx:pt>
          <cx:pt idx="1654">Yes</cx:pt>
          <cx:pt idx="1655">Yes</cx:pt>
          <cx:pt idx="1656">Yes</cx:pt>
          <cx:pt idx="1657">Yes</cx:pt>
          <cx:pt idx="1658">Yes</cx:pt>
          <cx:pt idx="1659">Yes</cx:pt>
          <cx:pt idx="1660">Yes</cx:pt>
          <cx:pt idx="1661">Yes</cx:pt>
          <cx:pt idx="1662">Yes</cx:pt>
          <cx:pt idx="1663">Yes</cx:pt>
          <cx:pt idx="1664">Yes</cx:pt>
          <cx:pt idx="1665">Yes</cx:pt>
          <cx:pt idx="1666">Yes</cx:pt>
          <cx:pt idx="1667">Yes</cx:pt>
          <cx:pt idx="1668">Yes</cx:pt>
          <cx:pt idx="1669">Yes</cx:pt>
          <cx:pt idx="1670">Yes</cx:pt>
          <cx:pt idx="1671">Yes</cx:pt>
          <cx:pt idx="1672">Yes</cx:pt>
          <cx:pt idx="1673">Yes</cx:pt>
          <cx:pt idx="1674">Yes</cx:pt>
          <cx:pt idx="1675">Yes</cx:pt>
          <cx:pt idx="1676">Yes</cx:pt>
          <cx:pt idx="1677">Yes</cx:pt>
          <cx:pt idx="1678">Yes</cx:pt>
          <cx:pt idx="1679">Yes</cx:pt>
          <cx:pt idx="1680">Yes</cx:pt>
          <cx:pt idx="1681">Yes</cx:pt>
          <cx:pt idx="1682">Yes</cx:pt>
          <cx:pt idx="1683">Yes</cx:pt>
          <cx:pt idx="1684">Yes</cx:pt>
          <cx:pt idx="1685">Yes</cx:pt>
          <cx:pt idx="1686">Yes</cx:pt>
          <cx:pt idx="1687">Yes</cx:pt>
          <cx:pt idx="1688">Yes</cx:pt>
          <cx:pt idx="1689">Yes</cx:pt>
          <cx:pt idx="1690">Yes</cx:pt>
          <cx:pt idx="1691">Yes</cx:pt>
          <cx:pt idx="1692">Yes</cx:pt>
          <cx:pt idx="1693">Yes</cx:pt>
          <cx:pt idx="1694">Yes</cx:pt>
          <cx:pt idx="1695">Yes</cx:pt>
          <cx:pt idx="1696">Yes</cx:pt>
          <cx:pt idx="1697">Yes</cx:pt>
          <cx:pt idx="1698">Yes</cx:pt>
          <cx:pt idx="1699">Yes</cx:pt>
          <cx:pt idx="1700">Yes</cx:pt>
          <cx:pt idx="1701">Yes</cx:pt>
          <cx:pt idx="1702">Yes</cx:pt>
          <cx:pt idx="1703">Yes</cx:pt>
          <cx:pt idx="1704">Yes</cx:pt>
          <cx:pt idx="1705">Yes</cx:pt>
          <cx:pt idx="1706">Yes</cx:pt>
          <cx:pt idx="1707">Yes</cx:pt>
          <cx:pt idx="1708">Yes</cx:pt>
          <cx:pt idx="1709">Yes</cx:pt>
          <cx:pt idx="1710">Yes</cx:pt>
          <cx:pt idx="1711">Yes</cx:pt>
          <cx:pt idx="1712">Yes</cx:pt>
          <cx:pt idx="1713">Yes</cx:pt>
          <cx:pt idx="1714">Yes</cx:pt>
          <cx:pt idx="1715">Yes</cx:pt>
          <cx:pt idx="1716">Yes</cx:pt>
          <cx:pt idx="1717">Yes</cx:pt>
          <cx:pt idx="1718">Yes</cx:pt>
          <cx:pt idx="1719">Yes</cx:pt>
          <cx:pt idx="1720">Yes</cx:pt>
          <cx:pt idx="1721">Yes</cx:pt>
          <cx:pt idx="1722">Yes</cx:pt>
          <cx:pt idx="1723">Yes</cx:pt>
          <cx:pt idx="1724">Yes</cx:pt>
          <cx:pt idx="1725">Yes</cx:pt>
          <cx:pt idx="1726">Yes</cx:pt>
          <cx:pt idx="1727">Yes</cx:pt>
          <cx:pt idx="1728">Yes</cx:pt>
          <cx:pt idx="1729">Yes</cx:pt>
          <cx:pt idx="1730">Yes</cx:pt>
          <cx:pt idx="1731">Yes</cx:pt>
          <cx:pt idx="1732">Yes</cx:pt>
          <cx:pt idx="1733">Yes</cx:pt>
          <cx:pt idx="1734">Yes</cx:pt>
          <cx:pt idx="1735">Yes</cx:pt>
          <cx:pt idx="1736">Yes</cx:pt>
          <cx:pt idx="1737">Yes</cx:pt>
          <cx:pt idx="1738">Yes</cx:pt>
          <cx:pt idx="1739">Yes</cx:pt>
          <cx:pt idx="1740">Yes</cx:pt>
          <cx:pt idx="1741">Yes</cx:pt>
          <cx:pt idx="1742">Yes</cx:pt>
          <cx:pt idx="1743">Yes</cx:pt>
          <cx:pt idx="1744">Yes</cx:pt>
          <cx:pt idx="1745">Yes</cx:pt>
          <cx:pt idx="1746">Yes</cx:pt>
          <cx:pt idx="1747">Yes</cx:pt>
          <cx:pt idx="1748">Yes</cx:pt>
          <cx:pt idx="1749">Yes</cx:pt>
          <cx:pt idx="1750">Yes</cx:pt>
          <cx:pt idx="1751">Yes</cx:pt>
          <cx:pt idx="1752">Yes</cx:pt>
          <cx:pt idx="1753">Yes</cx:pt>
          <cx:pt idx="1754">Yes</cx:pt>
          <cx:pt idx="1755">Yes</cx:pt>
          <cx:pt idx="1756">Yes</cx:pt>
          <cx:pt idx="1757">Yes</cx:pt>
          <cx:pt idx="1758">Yes</cx:pt>
          <cx:pt idx="1759">Yes</cx:pt>
          <cx:pt idx="1760">Yes</cx:pt>
          <cx:pt idx="1761">Yes</cx:pt>
          <cx:pt idx="1762">Yes</cx:pt>
          <cx:pt idx="1763">Yes</cx:pt>
          <cx:pt idx="1764">Yes</cx:pt>
          <cx:pt idx="1765">Yes</cx:pt>
          <cx:pt idx="1766">Yes</cx:pt>
          <cx:pt idx="1767">Yes</cx:pt>
          <cx:pt idx="1768">Yes</cx:pt>
          <cx:pt idx="1769">Yes</cx:pt>
          <cx:pt idx="1770">Yes</cx:pt>
          <cx:pt idx="1771">Yes</cx:pt>
          <cx:pt idx="1772">Yes</cx:pt>
          <cx:pt idx="1773">Yes</cx:pt>
          <cx:pt idx="1774">Yes</cx:pt>
          <cx:pt idx="1775">Yes</cx:pt>
          <cx:pt idx="1776">Yes</cx:pt>
          <cx:pt idx="1777">Yes</cx:pt>
          <cx:pt idx="1778">Yes</cx:pt>
          <cx:pt idx="1779">Yes</cx:pt>
          <cx:pt idx="1780">Yes</cx:pt>
          <cx:pt idx="1781">Yes</cx:pt>
          <cx:pt idx="1782">Yes</cx:pt>
          <cx:pt idx="1783">Yes</cx:pt>
          <cx:pt idx="1784">Yes</cx:pt>
          <cx:pt idx="1785">Yes</cx:pt>
          <cx:pt idx="1786">Yes</cx:pt>
          <cx:pt idx="1787">Yes</cx:pt>
          <cx:pt idx="1788">Yes</cx:pt>
          <cx:pt idx="1789">Yes</cx:pt>
          <cx:pt idx="1790">Yes</cx:pt>
          <cx:pt idx="1791">Yes</cx:pt>
          <cx:pt idx="1792">Yes</cx:pt>
          <cx:pt idx="1793">Yes</cx:pt>
          <cx:pt idx="1794">Yes</cx:pt>
          <cx:pt idx="1795">Yes</cx:pt>
          <cx:pt idx="1796">Yes</cx:pt>
          <cx:pt idx="1797">Yes</cx:pt>
          <cx:pt idx="1798">Yes</cx:pt>
          <cx:pt idx="1799">Yes</cx:pt>
          <cx:pt idx="1800">Yes</cx:pt>
          <cx:pt idx="1801">Yes</cx:pt>
          <cx:pt idx="1802">Yes</cx:pt>
          <cx:pt idx="1803">Yes</cx:pt>
          <cx:pt idx="1804">Yes</cx:pt>
          <cx:pt idx="1805">Yes</cx:pt>
          <cx:pt idx="1806">Yes</cx:pt>
          <cx:pt idx="1807">Yes</cx:pt>
          <cx:pt idx="1808">Yes</cx:pt>
          <cx:pt idx="1809">Yes</cx:pt>
          <cx:pt idx="1810">Yes</cx:pt>
          <cx:pt idx="1811">Yes</cx:pt>
          <cx:pt idx="1812">Yes</cx:pt>
          <cx:pt idx="1813">Yes</cx:pt>
          <cx:pt idx="1814">Yes</cx:pt>
          <cx:pt idx="1815">Yes</cx:pt>
          <cx:pt idx="1816">Yes</cx:pt>
          <cx:pt idx="1817">Yes</cx:pt>
          <cx:pt idx="1818">Yes</cx:pt>
          <cx:pt idx="1819">Yes</cx:pt>
          <cx:pt idx="1820">Yes</cx:pt>
          <cx:pt idx="1821">Yes</cx:pt>
          <cx:pt idx="1822">Yes</cx:pt>
          <cx:pt idx="1823">Yes</cx:pt>
          <cx:pt idx="1824">Yes</cx:pt>
          <cx:pt idx="1825">Yes</cx:pt>
          <cx:pt idx="1826">Yes</cx:pt>
          <cx:pt idx="1827">Yes</cx:pt>
          <cx:pt idx="1828">Yes</cx:pt>
          <cx:pt idx="1829">Yes</cx:pt>
          <cx:pt idx="1830">Yes</cx:pt>
          <cx:pt idx="1831">Yes</cx:pt>
          <cx:pt idx="1832">Yes</cx:pt>
          <cx:pt idx="1833">Yes</cx:pt>
          <cx:pt idx="1834">Yes</cx:pt>
          <cx:pt idx="1835">Yes</cx:pt>
          <cx:pt idx="1836">Yes</cx:pt>
          <cx:pt idx="1837">Yes</cx:pt>
          <cx:pt idx="1838">Yes</cx:pt>
          <cx:pt idx="1839">Yes</cx:pt>
          <cx:pt idx="1840">Yes</cx:pt>
          <cx:pt idx="1841">Yes</cx:pt>
          <cx:pt idx="1842">Yes</cx:pt>
          <cx:pt idx="1843">Yes</cx:pt>
          <cx:pt idx="1844">Yes</cx:pt>
          <cx:pt idx="1845">Yes</cx:pt>
          <cx:pt idx="1846">Yes</cx:pt>
          <cx:pt idx="1847">Yes</cx:pt>
          <cx:pt idx="1848">Yes</cx:pt>
          <cx:pt idx="1849">Yes</cx:pt>
          <cx:pt idx="1850">Yes</cx:pt>
          <cx:pt idx="1851">Yes</cx:pt>
          <cx:pt idx="1852">Yes</cx:pt>
          <cx:pt idx="1853">Yes</cx:pt>
          <cx:pt idx="1854">Yes</cx:pt>
          <cx:pt idx="1855">Yes</cx:pt>
          <cx:pt idx="1856">Yes</cx:pt>
          <cx:pt idx="1857">Yes</cx:pt>
          <cx:pt idx="1858">Yes</cx:pt>
          <cx:pt idx="1859">Yes</cx:pt>
          <cx:pt idx="1860">Yes</cx:pt>
          <cx:pt idx="1861">Yes</cx:pt>
          <cx:pt idx="1862">Yes</cx:pt>
          <cx:pt idx="1863">Yes</cx:pt>
          <cx:pt idx="1864">Yes</cx:pt>
          <cx:pt idx="1865">Yes</cx:pt>
          <cx:pt idx="1866">Yes</cx:pt>
          <cx:pt idx="1867">Yes</cx:pt>
          <cx:pt idx="1868">Yes</cx:pt>
          <cx:pt idx="1869">Yes</cx:pt>
          <cx:pt idx="1870">Yes</cx:pt>
          <cx:pt idx="1871">Yes</cx:pt>
          <cx:pt idx="1872">Yes</cx:pt>
          <cx:pt idx="1873">Yes</cx:pt>
          <cx:pt idx="1874">Yes</cx:pt>
          <cx:pt idx="1875">Yes</cx:pt>
          <cx:pt idx="1876">Yes</cx:pt>
          <cx:pt idx="1877">Yes</cx:pt>
          <cx:pt idx="1878">Yes</cx:pt>
          <cx:pt idx="1879">Yes</cx:pt>
          <cx:pt idx="1880">Yes</cx:pt>
          <cx:pt idx="1881">Yes</cx:pt>
          <cx:pt idx="1882">Yes</cx:pt>
          <cx:pt idx="1883">Yes</cx:pt>
          <cx:pt idx="1884">Yes</cx:pt>
          <cx:pt idx="1885">Yes</cx:pt>
          <cx:pt idx="1886">Yes</cx:pt>
          <cx:pt idx="1887">Yes</cx:pt>
          <cx:pt idx="1888">Yes</cx:pt>
          <cx:pt idx="1889">Yes</cx:pt>
          <cx:pt idx="1890">Yes</cx:pt>
          <cx:pt idx="1891">Yes</cx:pt>
          <cx:pt idx="1892">Yes</cx:pt>
          <cx:pt idx="1893">Yes</cx:pt>
          <cx:pt idx="1894">Yes</cx:pt>
          <cx:pt idx="1895">Yes</cx:pt>
          <cx:pt idx="1896">Yes</cx:pt>
          <cx:pt idx="1897">Yes</cx:pt>
          <cx:pt idx="1898">Yes</cx:pt>
          <cx:pt idx="1899">Yes</cx:pt>
          <cx:pt idx="1900">Yes</cx:pt>
          <cx:pt idx="1901">Yes</cx:pt>
          <cx:pt idx="1902">Yes</cx:pt>
          <cx:pt idx="1903">Yes</cx:pt>
          <cx:pt idx="1904">Yes</cx:pt>
          <cx:pt idx="1905">Yes</cx:pt>
          <cx:pt idx="1906">Yes</cx:pt>
          <cx:pt idx="1907">Yes</cx:pt>
          <cx:pt idx="1908">Yes</cx:pt>
          <cx:pt idx="1909">Yes</cx:pt>
          <cx:pt idx="1910">Yes</cx:pt>
          <cx:pt idx="1911">Yes</cx:pt>
          <cx:pt idx="1912">Yes</cx:pt>
          <cx:pt idx="1913">Yes</cx:pt>
          <cx:pt idx="1914">Yes</cx:pt>
          <cx:pt idx="1915">Yes</cx:pt>
          <cx:pt idx="1916">Yes</cx:pt>
          <cx:pt idx="1917">Yes</cx:pt>
          <cx:pt idx="1918">Yes</cx:pt>
          <cx:pt idx="1919">Yes</cx:pt>
          <cx:pt idx="1920">Yes</cx:pt>
          <cx:pt idx="1921">Yes</cx:pt>
          <cx:pt idx="1922">Yes</cx:pt>
          <cx:pt idx="1923">Yes</cx:pt>
          <cx:pt idx="1924">Yes</cx:pt>
          <cx:pt idx="1925">Yes</cx:pt>
          <cx:pt idx="1926">Yes</cx:pt>
          <cx:pt idx="1927">Yes</cx:pt>
          <cx:pt idx="1928">Yes</cx:pt>
          <cx:pt idx="1929">Yes</cx:pt>
          <cx:pt idx="1930">Yes</cx:pt>
          <cx:pt idx="1931">Yes</cx:pt>
          <cx:pt idx="1932">Yes</cx:pt>
          <cx:pt idx="1933">Yes</cx:pt>
          <cx:pt idx="1934">Yes</cx:pt>
          <cx:pt idx="1935">Yes</cx:pt>
          <cx:pt idx="1936">Yes</cx:pt>
          <cx:pt idx="1937">Yes</cx:pt>
          <cx:pt idx="1938">Yes</cx:pt>
          <cx:pt idx="1939">Yes</cx:pt>
          <cx:pt idx="1940">Yes</cx:pt>
          <cx:pt idx="1941">Yes</cx:pt>
          <cx:pt idx="1942">Yes</cx:pt>
          <cx:pt idx="1943">Yes</cx:pt>
          <cx:pt idx="1944">Yes</cx:pt>
          <cx:pt idx="1945">Yes</cx:pt>
          <cx:pt idx="1946">Yes</cx:pt>
          <cx:pt idx="1947">Yes</cx:pt>
          <cx:pt idx="1948">Yes</cx:pt>
          <cx:pt idx="1949">Yes</cx:pt>
          <cx:pt idx="1950">Yes</cx:pt>
          <cx:pt idx="1951">Yes</cx:pt>
          <cx:pt idx="1952">Yes</cx:pt>
          <cx:pt idx="1953">Yes</cx:pt>
          <cx:pt idx="1954">Yes</cx:pt>
          <cx:pt idx="1955">Yes</cx:pt>
          <cx:pt idx="1956">Yes</cx:pt>
          <cx:pt idx="1957">Yes</cx:pt>
          <cx:pt idx="1958">Yes</cx:pt>
          <cx:pt idx="1959">Yes</cx:pt>
          <cx:pt idx="1960">Yes</cx:pt>
          <cx:pt idx="1961">Yes</cx:pt>
          <cx:pt idx="1962">Yes</cx:pt>
          <cx:pt idx="1963">Yes</cx:pt>
          <cx:pt idx="1964">Yes</cx:pt>
          <cx:pt idx="1965">Yes</cx:pt>
          <cx:pt idx="1966">Yes</cx:pt>
          <cx:pt idx="1967">Yes</cx:pt>
          <cx:pt idx="1968">Yes</cx:pt>
          <cx:pt idx="1969">Yes</cx:pt>
          <cx:pt idx="1970">Yes</cx:pt>
          <cx:pt idx="1971">Yes</cx:pt>
          <cx:pt idx="1972">Yes</cx:pt>
          <cx:pt idx="1973">Yes</cx:pt>
          <cx:pt idx="1974">Yes</cx:pt>
          <cx:pt idx="1975">Yes</cx:pt>
          <cx:pt idx="1976">Yes</cx:pt>
          <cx:pt idx="1977">Yes</cx:pt>
          <cx:pt idx="1978">Yes</cx:pt>
          <cx:pt idx="1979">Yes</cx:pt>
          <cx:pt idx="1980">Yes</cx:pt>
          <cx:pt idx="1981">Yes</cx:pt>
          <cx:pt idx="1982">Yes</cx:pt>
          <cx:pt idx="1983">Yes</cx:pt>
          <cx:pt idx="1984">Yes</cx:pt>
          <cx:pt idx="1985">Yes</cx:pt>
          <cx:pt idx="1986">Yes</cx:pt>
          <cx:pt idx="1987">Yes</cx:pt>
          <cx:pt idx="1988">Yes</cx:pt>
          <cx:pt idx="1989">Yes</cx:pt>
          <cx:pt idx="1990">Yes</cx:pt>
          <cx:pt idx="1991">Yes</cx:pt>
          <cx:pt idx="1992">Yes</cx:pt>
          <cx:pt idx="1993">Yes</cx:pt>
          <cx:pt idx="1994">Yes</cx:pt>
          <cx:pt idx="1995">Yes</cx:pt>
          <cx:pt idx="1996">Yes</cx:pt>
          <cx:pt idx="1997">Yes</cx:pt>
          <cx:pt idx="1998">Yes</cx:pt>
          <cx:pt idx="1999">Yes</cx:pt>
          <cx:pt idx="2000">Yes</cx:pt>
          <cx:pt idx="2001">Yes</cx:pt>
          <cx:pt idx="2002">Yes</cx:pt>
          <cx:pt idx="2003">Yes</cx:pt>
          <cx:pt idx="2004">Yes</cx:pt>
          <cx:pt idx="2005">Yes</cx:pt>
          <cx:pt idx="2006">Yes</cx:pt>
          <cx:pt idx="2007">Yes</cx:pt>
          <cx:pt idx="2008">Yes</cx:pt>
          <cx:pt idx="2009">Yes</cx:pt>
          <cx:pt idx="2010">Yes</cx:pt>
          <cx:pt idx="2011">Yes</cx:pt>
          <cx:pt idx="2012">Yes</cx:pt>
          <cx:pt idx="2013">Yes</cx:pt>
          <cx:pt idx="2014">Yes</cx:pt>
          <cx:pt idx="2015">Yes</cx:pt>
          <cx:pt idx="2016">Yes</cx:pt>
          <cx:pt idx="2017">Yes</cx:pt>
          <cx:pt idx="2018">Yes</cx:pt>
          <cx:pt idx="2019">Yes</cx:pt>
          <cx:pt idx="2020">Yes</cx:pt>
          <cx:pt idx="2021">Yes</cx:pt>
          <cx:pt idx="2022">Yes</cx:pt>
          <cx:pt idx="2023">Yes</cx:pt>
          <cx:pt idx="2024">Yes</cx:pt>
          <cx:pt idx="2025">Yes</cx:pt>
          <cx:pt idx="2026">Yes</cx:pt>
          <cx:pt idx="2027">Yes</cx:pt>
          <cx:pt idx="2028">Yes</cx:pt>
          <cx:pt idx="2029">Yes</cx:pt>
          <cx:pt idx="2030">Yes</cx:pt>
          <cx:pt idx="2031">Yes</cx:pt>
          <cx:pt idx="2032">Yes</cx:pt>
          <cx:pt idx="2033">Yes</cx:pt>
          <cx:pt idx="2034">Yes</cx:pt>
          <cx:pt idx="2035">Yes</cx:pt>
          <cx:pt idx="2036">Yes</cx:pt>
          <cx:pt idx="2037">Yes</cx:pt>
          <cx:pt idx="2038">Yes</cx:pt>
          <cx:pt idx="2039">Yes</cx:pt>
          <cx:pt idx="2040">Yes</cx:pt>
          <cx:pt idx="2041">Yes</cx:pt>
          <cx:pt idx="2042">Yes</cx:pt>
          <cx:pt idx="2043">Yes</cx:pt>
          <cx:pt idx="2044">Yes</cx:pt>
          <cx:pt idx="2045">Yes</cx:pt>
          <cx:pt idx="2046">Yes</cx:pt>
          <cx:pt idx="2047">Yes</cx:pt>
          <cx:pt idx="2048">Yes</cx:pt>
          <cx:pt idx="2049">Yes</cx:pt>
          <cx:pt idx="2050">Yes</cx:pt>
          <cx:pt idx="2051">Yes</cx:pt>
          <cx:pt idx="2052">Yes</cx:pt>
          <cx:pt idx="2053">Yes</cx:pt>
          <cx:pt idx="2054">Yes</cx:pt>
          <cx:pt idx="2055">Yes</cx:pt>
          <cx:pt idx="2056">Yes</cx:pt>
          <cx:pt idx="2057">Yes</cx:pt>
          <cx:pt idx="2058">Yes</cx:pt>
          <cx:pt idx="2059">Yes</cx:pt>
          <cx:pt idx="2060">Yes</cx:pt>
          <cx:pt idx="2061">Yes</cx:pt>
          <cx:pt idx="2062">Yes</cx:pt>
          <cx:pt idx="2063">Yes</cx:pt>
          <cx:pt idx="2064">Yes</cx:pt>
          <cx:pt idx="2065">Yes</cx:pt>
          <cx:pt idx="2066">Yes</cx:pt>
          <cx:pt idx="2067">Yes</cx:pt>
          <cx:pt idx="2068">Yes</cx:pt>
          <cx:pt idx="2069">Yes</cx:pt>
          <cx:pt idx="2070">Yes</cx:pt>
          <cx:pt idx="2071">Yes</cx:pt>
          <cx:pt idx="2072">Yes</cx:pt>
          <cx:pt idx="2073">Yes</cx:pt>
          <cx:pt idx="2074">Yes</cx:pt>
          <cx:pt idx="2075">Yes</cx:pt>
          <cx:pt idx="2076">Yes</cx:pt>
          <cx:pt idx="2077">Yes</cx:pt>
          <cx:pt idx="2078">Yes</cx:pt>
          <cx:pt idx="2079">Yes</cx:pt>
          <cx:pt idx="2080">Yes</cx:pt>
          <cx:pt idx="2081">Yes</cx:pt>
          <cx:pt idx="2082">Yes</cx:pt>
          <cx:pt idx="2083">Yes</cx:pt>
          <cx:pt idx="2084">Yes</cx:pt>
          <cx:pt idx="2085">Yes</cx:pt>
          <cx:pt idx="2086">Yes</cx:pt>
          <cx:pt idx="2087">Yes</cx:pt>
          <cx:pt idx="2088">Yes</cx:pt>
          <cx:pt idx="2089">Yes</cx:pt>
          <cx:pt idx="2090">Yes</cx:pt>
          <cx:pt idx="2091">Yes</cx:pt>
          <cx:pt idx="2092">Yes</cx:pt>
          <cx:pt idx="2093">Yes</cx:pt>
          <cx:pt idx="2094">Yes</cx:pt>
          <cx:pt idx="2095">Yes</cx:pt>
          <cx:pt idx="2096">Yes</cx:pt>
          <cx:pt idx="2097">Yes</cx:pt>
          <cx:pt idx="2098">Yes</cx:pt>
          <cx:pt idx="2099">Yes</cx:pt>
          <cx:pt idx="2100">Yes</cx:pt>
          <cx:pt idx="2101">Yes</cx:pt>
          <cx:pt idx="2102">Yes</cx:pt>
          <cx:pt idx="2103">Yes</cx:pt>
          <cx:pt idx="2104">Yes</cx:pt>
          <cx:pt idx="2105">Yes</cx:pt>
          <cx:pt idx="2106">Yes</cx:pt>
          <cx:pt idx="2107">Yes</cx:pt>
          <cx:pt idx="2108">Yes</cx:pt>
          <cx:pt idx="2109">Yes</cx:pt>
          <cx:pt idx="2110">Yes</cx:pt>
          <cx:pt idx="2111">Yes</cx:pt>
          <cx:pt idx="2112">Yes</cx:pt>
          <cx:pt idx="2113">Yes</cx:pt>
          <cx:pt idx="2114">Yes</cx:pt>
          <cx:pt idx="2115">Yes</cx:pt>
          <cx:pt idx="2116">Yes</cx:pt>
          <cx:pt idx="2117">Yes</cx:pt>
          <cx:pt idx="2118">Yes</cx:pt>
          <cx:pt idx="2119">Yes</cx:pt>
          <cx:pt idx="2120">Yes</cx:pt>
          <cx:pt idx="2121">Yes</cx:pt>
          <cx:pt idx="2122">Yes</cx:pt>
          <cx:pt idx="2123">Yes</cx:pt>
          <cx:pt idx="2124">Yes</cx:pt>
          <cx:pt idx="2125">Yes</cx:pt>
          <cx:pt idx="2126">Yes</cx:pt>
          <cx:pt idx="2127">Yes</cx:pt>
          <cx:pt idx="2128">Yes</cx:pt>
          <cx:pt idx="2129">Yes</cx:pt>
          <cx:pt idx="2130">Yes</cx:pt>
          <cx:pt idx="2131">Yes</cx:pt>
          <cx:pt idx="2132">Yes</cx:pt>
          <cx:pt idx="2133">Yes</cx:pt>
          <cx:pt idx="2134">Yes</cx:pt>
          <cx:pt idx="2135">Yes</cx:pt>
          <cx:pt idx="2136">Yes</cx:pt>
          <cx:pt idx="2137">Yes</cx:pt>
          <cx:pt idx="2138">Yes</cx:pt>
          <cx:pt idx="2139">Yes</cx:pt>
          <cx:pt idx="2140">Yes</cx:pt>
          <cx:pt idx="2141">Yes</cx:pt>
          <cx:pt idx="2142">Yes</cx:pt>
          <cx:pt idx="2143">Yes</cx:pt>
          <cx:pt idx="2144">Yes</cx:pt>
          <cx:pt idx="2145">Yes</cx:pt>
          <cx:pt idx="2146">Yes</cx:pt>
          <cx:pt idx="2147">Yes</cx:pt>
          <cx:pt idx="2148">Yes</cx:pt>
          <cx:pt idx="2149">Yes</cx:pt>
          <cx:pt idx="2150">Yes</cx:pt>
          <cx:pt idx="2151">Yes</cx:pt>
          <cx:pt idx="2152">Yes</cx:pt>
          <cx:pt idx="2153">Yes</cx:pt>
          <cx:pt idx="2154">Yes</cx:pt>
          <cx:pt idx="2155">Yes</cx:pt>
          <cx:pt idx="2156">Yes</cx:pt>
          <cx:pt idx="2157">Yes</cx:pt>
          <cx:pt idx="2158">Yes</cx:pt>
          <cx:pt idx="2159">Yes</cx:pt>
          <cx:pt idx="2160">Yes</cx:pt>
          <cx:pt idx="2161">Yes</cx:pt>
          <cx:pt idx="2162">Yes</cx:pt>
          <cx:pt idx="2163">Yes</cx:pt>
          <cx:pt idx="2164">Yes</cx:pt>
          <cx:pt idx="2165">Yes</cx:pt>
          <cx:pt idx="2166">Yes</cx:pt>
          <cx:pt idx="2167">Yes</cx:pt>
          <cx:pt idx="2168">Yes</cx:pt>
          <cx:pt idx="2169">Yes</cx:pt>
          <cx:pt idx="2170">Yes</cx:pt>
          <cx:pt idx="2171">Yes</cx:pt>
          <cx:pt idx="2172">Yes</cx:pt>
          <cx:pt idx="2173">Yes</cx:pt>
          <cx:pt idx="2174">Yes</cx:pt>
          <cx:pt idx="2175">Yes</cx:pt>
          <cx:pt idx="2176">Yes</cx:pt>
          <cx:pt idx="2177">Yes</cx:pt>
          <cx:pt idx="2178">Yes</cx:pt>
          <cx:pt idx="2179">Yes</cx:pt>
          <cx:pt idx="2180">Yes</cx:pt>
          <cx:pt idx="2181">Yes</cx:pt>
          <cx:pt idx="2182">Yes</cx:pt>
          <cx:pt idx="2183">Yes</cx:pt>
          <cx:pt idx="2184">Yes</cx:pt>
          <cx:pt idx="2185">Yes</cx:pt>
          <cx:pt idx="2186">Yes</cx:pt>
          <cx:pt idx="2187">Yes</cx:pt>
          <cx:pt idx="2188">Yes</cx:pt>
          <cx:pt idx="2189">Yes</cx:pt>
          <cx:pt idx="2190">Yes</cx:pt>
          <cx:pt idx="2191">Yes</cx:pt>
          <cx:pt idx="2192">Yes</cx:pt>
          <cx:pt idx="2193">Yes</cx:pt>
          <cx:pt idx="2194">Yes</cx:pt>
          <cx:pt idx="2195">Yes</cx:pt>
          <cx:pt idx="2196">Yes</cx:pt>
          <cx:pt idx="2197">Yes</cx:pt>
          <cx:pt idx="2198">Yes</cx:pt>
          <cx:pt idx="2199">Yes</cx:pt>
          <cx:pt idx="2200">Yes</cx:pt>
          <cx:pt idx="2201">Yes</cx:pt>
          <cx:pt idx="2202">Yes</cx:pt>
          <cx:pt idx="2203">Yes</cx:pt>
          <cx:pt idx="2204">Yes</cx:pt>
          <cx:pt idx="2205">Yes</cx:pt>
          <cx:pt idx="2206">Yes</cx:pt>
          <cx:pt idx="2207">Yes</cx:pt>
          <cx:pt idx="2208">Yes</cx:pt>
          <cx:pt idx="2209">Yes</cx:pt>
          <cx:pt idx="2210">Yes</cx:pt>
          <cx:pt idx="2211">Yes</cx:pt>
          <cx:pt idx="2212">Yes</cx:pt>
          <cx:pt idx="2213">Yes</cx:pt>
          <cx:pt idx="2214">Yes</cx:pt>
          <cx:pt idx="2215">Yes</cx:pt>
          <cx:pt idx="2216">Yes</cx:pt>
          <cx:pt idx="2217">Yes</cx:pt>
          <cx:pt idx="2218">Yes</cx:pt>
          <cx:pt idx="2219">Yes</cx:pt>
          <cx:pt idx="2220">Yes</cx:pt>
          <cx:pt idx="2221">Yes</cx:pt>
          <cx:pt idx="2222">Yes</cx:pt>
          <cx:pt idx="2223">Yes</cx:pt>
          <cx:pt idx="2224">Yes</cx:pt>
          <cx:pt idx="2225">Yes</cx:pt>
          <cx:pt idx="2226">Yes</cx:pt>
          <cx:pt idx="2227">Yes</cx:pt>
          <cx:pt idx="2228">Yes</cx:pt>
          <cx:pt idx="2229">Yes</cx:pt>
          <cx:pt idx="2230">Yes</cx:pt>
          <cx:pt idx="2231">Yes</cx:pt>
          <cx:pt idx="2232">Yes</cx:pt>
          <cx:pt idx="2233">Yes</cx:pt>
          <cx:pt idx="2234">Yes</cx:pt>
          <cx:pt idx="2235">Yes</cx:pt>
          <cx:pt idx="2236">Yes</cx:pt>
          <cx:pt idx="2237">Yes</cx:pt>
          <cx:pt idx="2238">Yes</cx:pt>
          <cx:pt idx="2239">Yes</cx:pt>
          <cx:pt idx="2240">Yes</cx:pt>
          <cx:pt idx="2241">Yes</cx:pt>
          <cx:pt idx="2242">Yes</cx:pt>
          <cx:pt idx="2243">Yes</cx:pt>
          <cx:pt idx="2244">Yes</cx:pt>
          <cx:pt idx="2245">Yes</cx:pt>
          <cx:pt idx="2246">Yes</cx:pt>
          <cx:pt idx="2247">Yes</cx:pt>
          <cx:pt idx="2248">Yes</cx:pt>
          <cx:pt idx="2249">Yes</cx:pt>
          <cx:pt idx="2250">Yes</cx:pt>
          <cx:pt idx="2251">Yes</cx:pt>
          <cx:pt idx="2252">Yes</cx:pt>
          <cx:pt idx="2253">Yes</cx:pt>
          <cx:pt idx="2254">Yes</cx:pt>
          <cx:pt idx="2255">Yes</cx:pt>
          <cx:pt idx="2256">Yes</cx:pt>
          <cx:pt idx="2257">Yes</cx:pt>
          <cx:pt idx="2258">Yes</cx:pt>
          <cx:pt idx="2259">Yes</cx:pt>
          <cx:pt idx="2260">Yes</cx:pt>
          <cx:pt idx="2261">Yes</cx:pt>
          <cx:pt idx="2262">Yes</cx:pt>
          <cx:pt idx="2263">Yes</cx:pt>
          <cx:pt idx="2264">Yes</cx:pt>
          <cx:pt idx="2265">Yes</cx:pt>
          <cx:pt idx="2266">Yes</cx:pt>
          <cx:pt idx="2267">Yes</cx:pt>
          <cx:pt idx="2268">Yes</cx:pt>
          <cx:pt idx="2269">Yes</cx:pt>
          <cx:pt idx="2270">Yes</cx:pt>
          <cx:pt idx="2271">Yes</cx:pt>
          <cx:pt idx="2272">Yes</cx:pt>
          <cx:pt idx="2273">Yes</cx:pt>
          <cx:pt idx="2274">Yes</cx:pt>
          <cx:pt idx="2275">Yes</cx:pt>
          <cx:pt idx="2276">Yes</cx:pt>
          <cx:pt idx="2277">Yes</cx:pt>
          <cx:pt idx="2278">Yes</cx:pt>
          <cx:pt idx="2279">Yes</cx:pt>
          <cx:pt idx="2280">Yes</cx:pt>
          <cx:pt idx="2281">Yes</cx:pt>
          <cx:pt idx="2282">Yes</cx:pt>
          <cx:pt idx="2283">Yes</cx:pt>
          <cx:pt idx="2284">Yes</cx:pt>
          <cx:pt idx="2285">Yes</cx:pt>
          <cx:pt idx="2286">Yes</cx:pt>
          <cx:pt idx="2287">Yes</cx:pt>
          <cx:pt idx="2288">Yes</cx:pt>
          <cx:pt idx="2289">Yes</cx:pt>
          <cx:pt idx="2290">Yes</cx:pt>
          <cx:pt idx="2291">Yes</cx:pt>
          <cx:pt idx="2292">Yes</cx:pt>
          <cx:pt idx="2293">Yes</cx:pt>
          <cx:pt idx="2294">Yes</cx:pt>
          <cx:pt idx="2295">Yes</cx:pt>
          <cx:pt idx="2296">Yes</cx:pt>
          <cx:pt idx="2297">Yes</cx:pt>
          <cx:pt idx="2298">Yes</cx:pt>
          <cx:pt idx="2299">Yes</cx:pt>
          <cx:pt idx="2300">Yes</cx:pt>
          <cx:pt idx="2301">Yes</cx:pt>
          <cx:pt idx="2302">Yes</cx:pt>
          <cx:pt idx="2303">Yes</cx:pt>
          <cx:pt idx="2304">Yes</cx:pt>
          <cx:pt idx="2305">Yes</cx:pt>
          <cx:pt idx="2306">Yes</cx:pt>
          <cx:pt idx="2307">Yes</cx:pt>
          <cx:pt idx="2308">Yes</cx:pt>
          <cx:pt idx="2309">Yes</cx:pt>
          <cx:pt idx="2310">Yes</cx:pt>
          <cx:pt idx="2311">Yes</cx:pt>
          <cx:pt idx="2312">Yes</cx:pt>
          <cx:pt idx="2313">Yes</cx:pt>
          <cx:pt idx="2314">Yes</cx:pt>
          <cx:pt idx="2315">Yes</cx:pt>
          <cx:pt idx="2316">Yes</cx:pt>
          <cx:pt idx="2317">Yes</cx:pt>
          <cx:pt idx="2318">Yes</cx:pt>
          <cx:pt idx="2319">Yes</cx:pt>
          <cx:pt idx="2320">Yes</cx:pt>
          <cx:pt idx="2321">Yes</cx:pt>
          <cx:pt idx="2322">Yes</cx:pt>
          <cx:pt idx="2323">Yes</cx:pt>
          <cx:pt idx="2324">Yes</cx:pt>
          <cx:pt idx="2325">Yes</cx:pt>
          <cx:pt idx="2326">Yes</cx:pt>
          <cx:pt idx="2327">Yes</cx:pt>
          <cx:pt idx="2328">Yes</cx:pt>
          <cx:pt idx="2329">Yes</cx:pt>
          <cx:pt idx="2330">Yes</cx:pt>
          <cx:pt idx="2331">Yes</cx:pt>
          <cx:pt idx="2332">Yes</cx:pt>
          <cx:pt idx="2333">Yes</cx:pt>
          <cx:pt idx="2334">Yes</cx:pt>
          <cx:pt idx="2335">Yes</cx:pt>
          <cx:pt idx="2336">Yes</cx:pt>
          <cx:pt idx="2337">Yes</cx:pt>
          <cx:pt idx="2338">Yes</cx:pt>
          <cx:pt idx="2339">Yes</cx:pt>
          <cx:pt idx="2340">Yes</cx:pt>
          <cx:pt idx="2341">Yes</cx:pt>
          <cx:pt idx="2342">Yes</cx:pt>
          <cx:pt idx="2343">Yes</cx:pt>
          <cx:pt idx="2344">Yes</cx:pt>
          <cx:pt idx="2345">Yes</cx:pt>
          <cx:pt idx="2346">Yes</cx:pt>
          <cx:pt idx="2347">Yes</cx:pt>
          <cx:pt idx="2348">Yes</cx:pt>
          <cx:pt idx="2349">Yes</cx:pt>
          <cx:pt idx="2350">Yes</cx:pt>
          <cx:pt idx="2351">Yes</cx:pt>
          <cx:pt idx="2352">Yes</cx:pt>
          <cx:pt idx="2353">Yes</cx:pt>
          <cx:pt idx="2354">Yes</cx:pt>
          <cx:pt idx="2355">Yes</cx:pt>
          <cx:pt idx="2356">Yes</cx:pt>
          <cx:pt idx="2357">Yes</cx:pt>
          <cx:pt idx="2358">Yes</cx:pt>
          <cx:pt idx="2359">Yes</cx:pt>
          <cx:pt idx="2360">Yes</cx:pt>
          <cx:pt idx="2361">Yes</cx:pt>
          <cx:pt idx="2362">Yes</cx:pt>
          <cx:pt idx="2363">Yes</cx:pt>
          <cx:pt idx="2364">Yes</cx:pt>
          <cx:pt idx="2365">Yes</cx:pt>
          <cx:pt idx="2366">Yes</cx:pt>
          <cx:pt idx="2367">Yes</cx:pt>
          <cx:pt idx="2368">Yes</cx:pt>
          <cx:pt idx="2369">Yes</cx:pt>
        </cx:lvl>
        <cx:lvl ptCount="2370">
          <cx:pt idx="0">18.25</cx:pt>
          <cx:pt idx="1">18.4</cx:pt>
          <cx:pt idx="2">18.55</cx:pt>
          <cx:pt idx="3">18.7</cx:pt>
          <cx:pt idx="4">18.75</cx:pt>
          <cx:pt idx="5">18.8</cx:pt>
          <cx:pt idx="6">18.85</cx:pt>
          <cx:pt idx="7">18.9</cx:pt>
          <cx:pt idx="8">18.95</cx:pt>
          <cx:pt idx="9">19</cx:pt>
          <cx:pt idx="10">19.05</cx:pt>
          <cx:pt idx="11">19.1</cx:pt>
          <cx:pt idx="12">19.15</cx:pt>
          <cx:pt idx="13">19.2</cx:pt>
          <cx:pt idx="14">19.25</cx:pt>
          <cx:pt idx="15">19.3</cx:pt>
          <cx:pt idx="16">19.35</cx:pt>
          <cx:pt idx="17">19.4</cx:pt>
          <cx:pt idx="18">19.45</cx:pt>
          <cx:pt idx="19">19.5</cx:pt>
          <cx:pt idx="20">19.55</cx:pt>
          <cx:pt idx="21">19.6</cx:pt>
          <cx:pt idx="22">19.65</cx:pt>
          <cx:pt idx="23">19.7</cx:pt>
          <cx:pt idx="24">19.75</cx:pt>
          <cx:pt idx="25">19.8</cx:pt>
          <cx:pt idx="26">19.85</cx:pt>
          <cx:pt idx="27">19.9</cx:pt>
          <cx:pt idx="28">19.95</cx:pt>
          <cx:pt idx="29">20</cx:pt>
          <cx:pt idx="30">20.05</cx:pt>
          <cx:pt idx="31">20.1</cx:pt>
          <cx:pt idx="32">20.15</cx:pt>
          <cx:pt idx="33">20.2</cx:pt>
          <cx:pt idx="34">20.25</cx:pt>
          <cx:pt idx="35">20.3</cx:pt>
          <cx:pt idx="36">20.35</cx:pt>
          <cx:pt idx="37">20.4</cx:pt>
          <cx:pt idx="38">20.45</cx:pt>
          <cx:pt idx="39">20.5</cx:pt>
          <cx:pt idx="40">20.55</cx:pt>
          <cx:pt idx="41">20.6</cx:pt>
          <cx:pt idx="42">20.65</cx:pt>
          <cx:pt idx="43">20.7</cx:pt>
          <cx:pt idx="44">20.75</cx:pt>
          <cx:pt idx="45">20.8</cx:pt>
          <cx:pt idx="46">20.85</cx:pt>
          <cx:pt idx="47">20.9</cx:pt>
          <cx:pt idx="48">20.95</cx:pt>
          <cx:pt idx="49">21</cx:pt>
          <cx:pt idx="50">21.05</cx:pt>
          <cx:pt idx="51">21.1</cx:pt>
          <cx:pt idx="52">21.15</cx:pt>
          <cx:pt idx="53">21.2</cx:pt>
          <cx:pt idx="54">21.25</cx:pt>
          <cx:pt idx="55">21.3</cx:pt>
          <cx:pt idx="56">21.45</cx:pt>
          <cx:pt idx="57">22.95</cx:pt>
          <cx:pt idx="58">23.05</cx:pt>
          <cx:pt idx="59">23.3</cx:pt>
          <cx:pt idx="60">23.4</cx:pt>
          <cx:pt idx="61">23.5</cx:pt>
          <cx:pt idx="62">23.55</cx:pt>
          <cx:pt idx="63">23.6</cx:pt>
          <cx:pt idx="64">23.65</cx:pt>
          <cx:pt idx="65">23.75</cx:pt>
          <cx:pt idx="66">23.8</cx:pt>
          <cx:pt idx="67">23.85</cx:pt>
          <cx:pt idx="68">23.9</cx:pt>
          <cx:pt idx="69">23.95</cx:pt>
          <cx:pt idx="70">24</cx:pt>
          <cx:pt idx="71">24.05</cx:pt>
          <cx:pt idx="72">24.1</cx:pt>
          <cx:pt idx="73">24.15</cx:pt>
          <cx:pt idx="74">24.2</cx:pt>
          <cx:pt idx="75">24.25</cx:pt>
          <cx:pt idx="76">24.3</cx:pt>
          <cx:pt idx="77">24.35</cx:pt>
          <cx:pt idx="78">24.4</cx:pt>
          <cx:pt idx="79">24.45</cx:pt>
          <cx:pt idx="80">24.5</cx:pt>
          <cx:pt idx="81">24.55</cx:pt>
          <cx:pt idx="82">24.6</cx:pt>
          <cx:pt idx="83">24.65</cx:pt>
          <cx:pt idx="84">24.7</cx:pt>
          <cx:pt idx="85">24.75</cx:pt>
          <cx:pt idx="86">24.8</cx:pt>
          <cx:pt idx="87">24.85</cx:pt>
          <cx:pt idx="88">24.9</cx:pt>
          <cx:pt idx="89">24.95</cx:pt>
          <cx:pt idx="90">25</cx:pt>
          <cx:pt idx="91">25.05</cx:pt>
          <cx:pt idx="92">25.1</cx:pt>
          <cx:pt idx="93">25.15</cx:pt>
          <cx:pt idx="94">25.2</cx:pt>
          <cx:pt idx="95">25.25</cx:pt>
          <cx:pt idx="96">25.3</cx:pt>
          <cx:pt idx="97">25.35</cx:pt>
          <cx:pt idx="98">25.4</cx:pt>
          <cx:pt idx="99">25.45</cx:pt>
          <cx:pt idx="100">25.5</cx:pt>
          <cx:pt idx="101">25.55</cx:pt>
          <cx:pt idx="102">25.6</cx:pt>
          <cx:pt idx="103">25.65</cx:pt>
          <cx:pt idx="104">25.7</cx:pt>
          <cx:pt idx="105">25.75</cx:pt>
          <cx:pt idx="106">25.8</cx:pt>
          <cx:pt idx="107">25.85</cx:pt>
          <cx:pt idx="108">25.9</cx:pt>
          <cx:pt idx="109">25.95</cx:pt>
          <cx:pt idx="110">26</cx:pt>
          <cx:pt idx="111">26.05</cx:pt>
          <cx:pt idx="112">26.1</cx:pt>
          <cx:pt idx="113">26.2</cx:pt>
          <cx:pt idx="114">26.25</cx:pt>
          <cx:pt idx="115">26.3</cx:pt>
          <cx:pt idx="116">26.35</cx:pt>
          <cx:pt idx="117">26.4</cx:pt>
          <cx:pt idx="118">26.45</cx:pt>
          <cx:pt idx="119">26.5</cx:pt>
          <cx:pt idx="120">26.8</cx:pt>
          <cx:pt idx="121">26.9</cx:pt>
          <cx:pt idx="122">28.5</cx:pt>
          <cx:pt idx="123">29.05</cx:pt>
          <cx:pt idx="124">29.1</cx:pt>
          <cx:pt idx="125">29.15</cx:pt>
          <cx:pt idx="126">29.2</cx:pt>
          <cx:pt idx="127">29.25</cx:pt>
          <cx:pt idx="128">29.3</cx:pt>
          <cx:pt idx="129">29.35</cx:pt>
          <cx:pt idx="130">29.45</cx:pt>
          <cx:pt idx="131">29.5</cx:pt>
          <cx:pt idx="132">29.6</cx:pt>
          <cx:pt idx="133">29.65</cx:pt>
          <cx:pt idx="134">29.75</cx:pt>
          <cx:pt idx="135">29.8</cx:pt>
          <cx:pt idx="136">29.85</cx:pt>
          <cx:pt idx="137">29.9</cx:pt>
          <cx:pt idx="138">30.05</cx:pt>
          <cx:pt idx="139">30.1</cx:pt>
          <cx:pt idx="140">30.15</cx:pt>
          <cx:pt idx="141">30.2</cx:pt>
          <cx:pt idx="142">30.25</cx:pt>
          <cx:pt idx="143">30.35</cx:pt>
          <cx:pt idx="144">30.4</cx:pt>
          <cx:pt idx="145">30.5</cx:pt>
          <cx:pt idx="146">30.55</cx:pt>
          <cx:pt idx="147">30.75</cx:pt>
          <cx:pt idx="148">30.85</cx:pt>
          <cx:pt idx="149">31.05</cx:pt>
          <cx:pt idx="150">31.1</cx:pt>
          <cx:pt idx="151">31.2</cx:pt>
          <cx:pt idx="152">31.65</cx:pt>
          <cx:pt idx="153">33.15</cx:pt>
          <cx:pt idx="154">33.45</cx:pt>
          <cx:pt idx="155">33.6</cx:pt>
          <cx:pt idx="156">33.7</cx:pt>
          <cx:pt idx="157">33.75</cx:pt>
          <cx:pt idx="158">34</cx:pt>
          <cx:pt idx="159">34.05</cx:pt>
          <cx:pt idx="160">34.2</cx:pt>
          <cx:pt idx="161">34.25</cx:pt>
          <cx:pt idx="162">34.3</cx:pt>
          <cx:pt idx="163">34.4</cx:pt>
          <cx:pt idx="164">34.55</cx:pt>
          <cx:pt idx="165">34.6</cx:pt>
          <cx:pt idx="166">34.65</cx:pt>
          <cx:pt idx="167">34.7</cx:pt>
          <cx:pt idx="168">34.8</cx:pt>
          <cx:pt idx="169">34.85</cx:pt>
          <cx:pt idx="170">34.95</cx:pt>
          <cx:pt idx="171">35</cx:pt>
          <cx:pt idx="172">35.05</cx:pt>
          <cx:pt idx="173">35.1</cx:pt>
          <cx:pt idx="174">35.15</cx:pt>
          <cx:pt idx="175">35.2</cx:pt>
          <cx:pt idx="176">35.3</cx:pt>
          <cx:pt idx="177">35.35</cx:pt>
          <cx:pt idx="178">35.4</cx:pt>
          <cx:pt idx="179">35.45</cx:pt>
          <cx:pt idx="180">35.5</cx:pt>
          <cx:pt idx="181">35.55</cx:pt>
          <cx:pt idx="182">35.6</cx:pt>
          <cx:pt idx="183">35.65</cx:pt>
          <cx:pt idx="184">35.7</cx:pt>
          <cx:pt idx="185">35.75</cx:pt>
          <cx:pt idx="186">35.8</cx:pt>
          <cx:pt idx="187">35.9</cx:pt>
          <cx:pt idx="188">36</cx:pt>
          <cx:pt idx="189">36.05</cx:pt>
          <cx:pt idx="190">36.1</cx:pt>
          <cx:pt idx="191">36.15</cx:pt>
          <cx:pt idx="192">36.25</cx:pt>
          <cx:pt idx="193">36.65</cx:pt>
          <cx:pt idx="194">37.7</cx:pt>
          <cx:pt idx="195">38.1</cx:pt>
          <cx:pt idx="196">38.25</cx:pt>
          <cx:pt idx="197">38.5</cx:pt>
          <cx:pt idx="198">38.55</cx:pt>
          <cx:pt idx="199">38.6</cx:pt>
          <cx:pt idx="200">38.8</cx:pt>
          <cx:pt idx="201">38.85</cx:pt>
          <cx:pt idx="202">38.9</cx:pt>
          <cx:pt idx="203">39</cx:pt>
          <cx:pt idx="204">39.1</cx:pt>
          <cx:pt idx="205">39.15</cx:pt>
          <cx:pt idx="206">39.2</cx:pt>
          <cx:pt idx="207">39.35</cx:pt>
          <cx:pt idx="208">39.4</cx:pt>
          <cx:pt idx="209">39.45</cx:pt>
          <cx:pt idx="210">39.5</cx:pt>
          <cx:pt idx="211">39.55</cx:pt>
          <cx:pt idx="212">39.6</cx:pt>
          <cx:pt idx="213">39.65</cx:pt>
          <cx:pt idx="214">39.7</cx:pt>
          <cx:pt idx="215">39.85</cx:pt>
          <cx:pt idx="216">39.9</cx:pt>
          <cx:pt idx="217">39.95</cx:pt>
          <cx:pt idx="218">40.05</cx:pt>
          <cx:pt idx="219">40.1</cx:pt>
          <cx:pt idx="220">40.15</cx:pt>
          <cx:pt idx="221">40.2</cx:pt>
          <cx:pt idx="222">40.25</cx:pt>
          <cx:pt idx="223">40.3</cx:pt>
          <cx:pt idx="224">40.35</cx:pt>
          <cx:pt idx="225">40.4</cx:pt>
          <cx:pt idx="226">40.45</cx:pt>
          <cx:pt idx="227">40.55</cx:pt>
          <cx:pt idx="228">40.6</cx:pt>
          <cx:pt idx="229">40.65</cx:pt>
          <cx:pt idx="230">40.7</cx:pt>
          <cx:pt idx="231">40.75</cx:pt>
          <cx:pt idx="232">40.9</cx:pt>
          <cx:pt idx="233">41.1</cx:pt>
          <cx:pt idx="234">41.15</cx:pt>
          <cx:pt idx="235">41.35</cx:pt>
          <cx:pt idx="236">41.9</cx:pt>
          <cx:pt idx="237">41.95</cx:pt>
          <cx:pt idx="238">42.1</cx:pt>
          <cx:pt idx="239">42.3</cx:pt>
          <cx:pt idx="240">42.4</cx:pt>
          <cx:pt idx="241">43.05</cx:pt>
          <cx:pt idx="242">43.35</cx:pt>
          <cx:pt idx="243">43.45</cx:pt>
          <cx:pt idx="244">43.55</cx:pt>
          <cx:pt idx="245">43.6</cx:pt>
          <cx:pt idx="246">43.7</cx:pt>
          <cx:pt idx="247">43.75</cx:pt>
          <cx:pt idx="248">43.8</cx:pt>
          <cx:pt idx="249">43.85</cx:pt>
          <cx:pt idx="250">43.9</cx:pt>
          <cx:pt idx="251">43.95</cx:pt>
          <cx:pt idx="252">44</cx:pt>
          <cx:pt idx="253">44.05</cx:pt>
          <cx:pt idx="254">44.1</cx:pt>
          <cx:pt idx="255">44.15</cx:pt>
          <cx:pt idx="256">44.25</cx:pt>
          <cx:pt idx="257">44.3</cx:pt>
          <cx:pt idx="258">44.35</cx:pt>
          <cx:pt idx="259">44.4</cx:pt>
          <cx:pt idx="260">44.45</cx:pt>
          <cx:pt idx="261">44.5</cx:pt>
          <cx:pt idx="262">44.55</cx:pt>
          <cx:pt idx="263">44.6</cx:pt>
          <cx:pt idx="264">44.65</cx:pt>
          <cx:pt idx="265">44.7</cx:pt>
          <cx:pt idx="266">44.75</cx:pt>
          <cx:pt idx="267">44.8</cx:pt>
          <cx:pt idx="268">44.85</cx:pt>
          <cx:pt idx="269">44.9</cx:pt>
          <cx:pt idx="270">44.95</cx:pt>
          <cx:pt idx="271">45</cx:pt>
          <cx:pt idx="272">45.05</cx:pt>
          <cx:pt idx="273">45.1</cx:pt>
          <cx:pt idx="274">45.15</cx:pt>
          <cx:pt idx="275">45.2</cx:pt>
          <cx:pt idx="276">45.25</cx:pt>
          <cx:pt idx="277">45.3</cx:pt>
          <cx:pt idx="278">45.35</cx:pt>
          <cx:pt idx="279">45.4</cx:pt>
          <cx:pt idx="280">45.45</cx:pt>
          <cx:pt idx="281">45.5</cx:pt>
          <cx:pt idx="282">45.55</cx:pt>
          <cx:pt idx="283">45.6</cx:pt>
          <cx:pt idx="284">45.65</cx:pt>
          <cx:pt idx="285">45.75</cx:pt>
          <cx:pt idx="286">45.8</cx:pt>
          <cx:pt idx="287">45.85</cx:pt>
          <cx:pt idx="288">45.9</cx:pt>
          <cx:pt idx="289">46</cx:pt>
          <cx:pt idx="290">46.1</cx:pt>
          <cx:pt idx="291">46.2</cx:pt>
          <cx:pt idx="292">46.25</cx:pt>
          <cx:pt idx="293">46.3</cx:pt>
          <cx:pt idx="294">46.35</cx:pt>
          <cx:pt idx="295">46.4</cx:pt>
          <cx:pt idx="296">46.6</cx:pt>
          <cx:pt idx="297">47.05</cx:pt>
          <cx:pt idx="298">47.4</cx:pt>
          <cx:pt idx="299">47.6</cx:pt>
          <cx:pt idx="300">47.85</cx:pt>
          <cx:pt idx="301">47.95</cx:pt>
          <cx:pt idx="302">48.15</cx:pt>
          <cx:pt idx="303">48.2</cx:pt>
          <cx:pt idx="304">48.25</cx:pt>
          <cx:pt idx="305">48.4</cx:pt>
          <cx:pt idx="306">48.45</cx:pt>
          <cx:pt idx="307">48.6</cx:pt>
          <cx:pt idx="308">48.65</cx:pt>
          <cx:pt idx="309">48.7</cx:pt>
          <cx:pt idx="310">48.75</cx:pt>
          <cx:pt idx="311">48.8</cx:pt>
          <cx:pt idx="312">48.85</cx:pt>
          <cx:pt idx="313">48.9</cx:pt>
          <cx:pt idx="314">48.95</cx:pt>
          <cx:pt idx="315">49</cx:pt>
          <cx:pt idx="316">49.05</cx:pt>
          <cx:pt idx="317">49.15</cx:pt>
          <cx:pt idx="318">49.2</cx:pt>
          <cx:pt idx="319">49.25</cx:pt>
          <cx:pt idx="320">49.3</cx:pt>
          <cx:pt idx="321">49.35</cx:pt>
          <cx:pt idx="322">49.4</cx:pt>
          <cx:pt idx="323">49.45</cx:pt>
          <cx:pt idx="324">49.5</cx:pt>
          <cx:pt idx="325">49.55</cx:pt>
          <cx:pt idx="326">49.6</cx:pt>
          <cx:pt idx="327">49.65</cx:pt>
          <cx:pt idx="328">49.7</cx:pt>
          <cx:pt idx="329">49.75</cx:pt>
          <cx:pt idx="330">49.8</cx:pt>
          <cx:pt idx="331">49.85</cx:pt>
          <cx:pt idx="332">49.9</cx:pt>
          <cx:pt idx="333">49.95</cx:pt>
          <cx:pt idx="334">50</cx:pt>
          <cx:pt idx="335">50.05</cx:pt>
          <cx:pt idx="336">50.1</cx:pt>
          <cx:pt idx="337">50.15</cx:pt>
          <cx:pt idx="338">50.2</cx:pt>
          <cx:pt idx="339">50.25</cx:pt>
          <cx:pt idx="340">50.3</cx:pt>
          <cx:pt idx="341">50.35</cx:pt>
          <cx:pt idx="342">50.4</cx:pt>
          <cx:pt idx="343">50.45</cx:pt>
          <cx:pt idx="344">50.5</cx:pt>
          <cx:pt idx="345">50.55</cx:pt>
          <cx:pt idx="346">50.6</cx:pt>
          <cx:pt idx="347">50.65</cx:pt>
          <cx:pt idx="348">50.7</cx:pt>
          <cx:pt idx="349">50.75</cx:pt>
          <cx:pt idx="350">50.8</cx:pt>
          <cx:pt idx="351">50.85</cx:pt>
          <cx:pt idx="352">50.9</cx:pt>
          <cx:pt idx="353">50.95</cx:pt>
          <cx:pt idx="354">51</cx:pt>
          <cx:pt idx="355">51.05</cx:pt>
          <cx:pt idx="356">51.1</cx:pt>
          <cx:pt idx="357">51.15</cx:pt>
          <cx:pt idx="358">51.2</cx:pt>
          <cx:pt idx="359">51.25</cx:pt>
          <cx:pt idx="360">51.3</cx:pt>
          <cx:pt idx="361">51.35</cx:pt>
          <cx:pt idx="362">51.4</cx:pt>
          <cx:pt idx="363">51.45</cx:pt>
          <cx:pt idx="364">51.55</cx:pt>
          <cx:pt idx="365">51.6</cx:pt>
          <cx:pt idx="366">51.65</cx:pt>
          <cx:pt idx="367">51.7</cx:pt>
          <cx:pt idx="368">51.8</cx:pt>
          <cx:pt idx="369">52</cx:pt>
          <cx:pt idx="370">52.1</cx:pt>
          <cx:pt idx="371">52.15</cx:pt>
          <cx:pt idx="372">52.3</cx:pt>
          <cx:pt idx="373">52.5</cx:pt>
          <cx:pt idx="374">52.55</cx:pt>
          <cx:pt idx="375">52.7</cx:pt>
          <cx:pt idx="376">52.85</cx:pt>
          <cx:pt idx="377">53</cx:pt>
          <cx:pt idx="378">53.1</cx:pt>
          <cx:pt idx="379">53.15</cx:pt>
          <cx:pt idx="380">53.3</cx:pt>
          <cx:pt idx="381">53.35</cx:pt>
          <cx:pt idx="382">53.4</cx:pt>
          <cx:pt idx="383">53.45</cx:pt>
          <cx:pt idx="384">53.5</cx:pt>
          <cx:pt idx="385">53.55</cx:pt>
          <cx:pt idx="386">53.6</cx:pt>
          <cx:pt idx="387">53.65</cx:pt>
          <cx:pt idx="388">53.7</cx:pt>
          <cx:pt idx="389">53.75</cx:pt>
          <cx:pt idx="390">53.8</cx:pt>
          <cx:pt idx="391">53.85</cx:pt>
          <cx:pt idx="392">53.95</cx:pt>
          <cx:pt idx="393">54</cx:pt>
          <cx:pt idx="394">54.05</cx:pt>
          <cx:pt idx="395">54.1</cx:pt>
          <cx:pt idx="396">54.15</cx:pt>
          <cx:pt idx="397">54.2</cx:pt>
          <cx:pt idx="398">54.25</cx:pt>
          <cx:pt idx="399">54.3</cx:pt>
          <cx:pt idx="400">54.35</cx:pt>
          <cx:pt idx="401">54.4</cx:pt>
          <cx:pt idx="402">54.45</cx:pt>
          <cx:pt idx="403">54.5</cx:pt>
          <cx:pt idx="404">54.55</cx:pt>
          <cx:pt idx="405">54.6</cx:pt>
          <cx:pt idx="406">54.65</cx:pt>
          <cx:pt idx="407">54.7</cx:pt>
          <cx:pt idx="408">54.75</cx:pt>
          <cx:pt idx="409">54.8</cx:pt>
          <cx:pt idx="410">54.85</cx:pt>
          <cx:pt idx="411">54.9</cx:pt>
          <cx:pt idx="412">54.95</cx:pt>
          <cx:pt idx="413">55</cx:pt>
          <cx:pt idx="414">55.05</cx:pt>
          <cx:pt idx="415">55.1</cx:pt>
          <cx:pt idx="416">55.15</cx:pt>
          <cx:pt idx="417">55.2</cx:pt>
          <cx:pt idx="418">55.25</cx:pt>
          <cx:pt idx="419">55.3</cx:pt>
          <cx:pt idx="420">55.35</cx:pt>
          <cx:pt idx="421">55.45</cx:pt>
          <cx:pt idx="422">55.5</cx:pt>
          <cx:pt idx="423">55.55</cx:pt>
          <cx:pt idx="424">55.6</cx:pt>
          <cx:pt idx="425">55.65</cx:pt>
          <cx:pt idx="426">55.7</cx:pt>
          <cx:pt idx="427">55.75</cx:pt>
          <cx:pt idx="428">55.8</cx:pt>
          <cx:pt idx="429">55.85</cx:pt>
          <cx:pt idx="430">55.9</cx:pt>
          <cx:pt idx="431">55.95</cx:pt>
          <cx:pt idx="432">56</cx:pt>
          <cx:pt idx="433">56.05</cx:pt>
          <cx:pt idx="434">56.1</cx:pt>
          <cx:pt idx="435">56.15</cx:pt>
          <cx:pt idx="436">56.2</cx:pt>
          <cx:pt idx="437">56.25</cx:pt>
          <cx:pt idx="438">56.3</cx:pt>
          <cx:pt idx="439">56.35</cx:pt>
          <cx:pt idx="440">56.4</cx:pt>
          <cx:pt idx="441">56.45</cx:pt>
          <cx:pt idx="442">56.55</cx:pt>
          <cx:pt idx="443">56.6</cx:pt>
          <cx:pt idx="444">56.7</cx:pt>
          <cx:pt idx="445">56.75</cx:pt>
          <cx:pt idx="446">56.8</cx:pt>
          <cx:pt idx="447">56.85</cx:pt>
          <cx:pt idx="448">56.9</cx:pt>
          <cx:pt idx="449">56.95</cx:pt>
          <cx:pt idx="450">57.2</cx:pt>
          <cx:pt idx="451">57.5</cx:pt>
          <cx:pt idx="452">57.55</cx:pt>
          <cx:pt idx="453">57.6</cx:pt>
          <cx:pt idx="454">57.65</cx:pt>
          <cx:pt idx="455">57.75</cx:pt>
          <cx:pt idx="456">57.8</cx:pt>
          <cx:pt idx="457">57.95</cx:pt>
          <cx:pt idx="458">58</cx:pt>
          <cx:pt idx="459">58.2</cx:pt>
          <cx:pt idx="460">58.25</cx:pt>
          <cx:pt idx="461">58.35</cx:pt>
          <cx:pt idx="462">58.4</cx:pt>
          <cx:pt idx="463">58.45</cx:pt>
          <cx:pt idx="464">58.5</cx:pt>
          <cx:pt idx="465">58.55</cx:pt>
          <cx:pt idx="466">58.6</cx:pt>
          <cx:pt idx="467">58.65</cx:pt>
          <cx:pt idx="468">58.7</cx:pt>
          <cx:pt idx="469">58.75</cx:pt>
          <cx:pt idx="470">58.85</cx:pt>
          <cx:pt idx="471">58.9</cx:pt>
          <cx:pt idx="472">58.95</cx:pt>
          <cx:pt idx="473">59</cx:pt>
          <cx:pt idx="474">59.05</cx:pt>
          <cx:pt idx="475">59.1</cx:pt>
          <cx:pt idx="476">59.15</cx:pt>
          <cx:pt idx="477">59.2</cx:pt>
          <cx:pt idx="478">59.25</cx:pt>
          <cx:pt idx="479">59.3</cx:pt>
          <cx:pt idx="480">59.4</cx:pt>
          <cx:pt idx="481">59.45</cx:pt>
          <cx:pt idx="482">59.5</cx:pt>
          <cx:pt idx="483">59.55</cx:pt>
          <cx:pt idx="484">59.6</cx:pt>
          <cx:pt idx="485">59.65</cx:pt>
          <cx:pt idx="486">59.7</cx:pt>
          <cx:pt idx="487">59.75</cx:pt>
          <cx:pt idx="488">59.8</cx:pt>
          <cx:pt idx="489">59.85</cx:pt>
          <cx:pt idx="490">59.9</cx:pt>
          <cx:pt idx="491">59.95</cx:pt>
          <cx:pt idx="492">60</cx:pt>
          <cx:pt idx="493">60.05</cx:pt>
          <cx:pt idx="494">60.15</cx:pt>
          <cx:pt idx="495">60.2</cx:pt>
          <cx:pt idx="496">60.25</cx:pt>
          <cx:pt idx="497">60.3</cx:pt>
          <cx:pt idx="498">60.35</cx:pt>
          <cx:pt idx="499">60.4</cx:pt>
          <cx:pt idx="500">60.45</cx:pt>
          <cx:pt idx="501">60.5</cx:pt>
          <cx:pt idx="502">60.55</cx:pt>
          <cx:pt idx="503">60.6</cx:pt>
          <cx:pt idx="504">60.65</cx:pt>
          <cx:pt idx="505">60.7</cx:pt>
          <cx:pt idx="506">60.75</cx:pt>
          <cx:pt idx="507">60.8</cx:pt>
          <cx:pt idx="508">60.85</cx:pt>
          <cx:pt idx="509">60.9</cx:pt>
          <cx:pt idx="510">60.95</cx:pt>
          <cx:pt idx="511">61</cx:pt>
          <cx:pt idx="512">61.05</cx:pt>
          <cx:pt idx="513">61.1</cx:pt>
          <cx:pt idx="514">61.15</cx:pt>
          <cx:pt idx="515">61.2</cx:pt>
          <cx:pt idx="516">61.25</cx:pt>
          <cx:pt idx="517">61.3</cx:pt>
          <cx:pt idx="518">61.35</cx:pt>
          <cx:pt idx="519">61.4</cx:pt>
          <cx:pt idx="520">61.45</cx:pt>
          <cx:pt idx="521">61.5</cx:pt>
          <cx:pt idx="522">61.55</cx:pt>
          <cx:pt idx="523">61.6</cx:pt>
          <cx:pt idx="524">61.65</cx:pt>
          <cx:pt idx="525">61.75</cx:pt>
          <cx:pt idx="526">61.8</cx:pt>
          <cx:pt idx="527">61.9</cx:pt>
          <cx:pt idx="528">61.95</cx:pt>
          <cx:pt idx="529">62.05</cx:pt>
          <cx:pt idx="530">62.1</cx:pt>
          <cx:pt idx="531">62.15</cx:pt>
          <cx:pt idx="532">62.25</cx:pt>
          <cx:pt idx="533">62.45</cx:pt>
          <cx:pt idx="534">62.5</cx:pt>
          <cx:pt idx="535">62.55</cx:pt>
          <cx:pt idx="536">62.65</cx:pt>
          <cx:pt idx="537">62.8</cx:pt>
          <cx:pt idx="538">62.85</cx:pt>
          <cx:pt idx="539">63.05</cx:pt>
          <cx:pt idx="540">63.1</cx:pt>
          <cx:pt idx="541">63.15</cx:pt>
          <cx:pt idx="542">63.25</cx:pt>
          <cx:pt idx="543">63.3</cx:pt>
          <cx:pt idx="544">63.35</cx:pt>
          <cx:pt idx="545">63.4</cx:pt>
          <cx:pt idx="546">63.55</cx:pt>
          <cx:pt idx="547">63.7</cx:pt>
          <cx:pt idx="548">63.75</cx:pt>
          <cx:pt idx="549">63.8</cx:pt>
          <cx:pt idx="550">63.85</cx:pt>
          <cx:pt idx="551">63.9</cx:pt>
          <cx:pt idx="552">63.95</cx:pt>
          <cx:pt idx="553">64</cx:pt>
          <cx:pt idx="554">64.05</cx:pt>
          <cx:pt idx="555">64.1</cx:pt>
          <cx:pt idx="556">64.15</cx:pt>
          <cx:pt idx="557">64.2</cx:pt>
          <cx:pt idx="558">64.25</cx:pt>
          <cx:pt idx="559">64.3</cx:pt>
          <cx:pt idx="560">64.35</cx:pt>
          <cx:pt idx="561">64.4</cx:pt>
          <cx:pt idx="562">64.45</cx:pt>
          <cx:pt idx="563">64.5</cx:pt>
          <cx:pt idx="564">64.55</cx:pt>
          <cx:pt idx="565">64.6</cx:pt>
          <cx:pt idx="566">64.65</cx:pt>
          <cx:pt idx="567">64.7</cx:pt>
          <cx:pt idx="568">64.75</cx:pt>
          <cx:pt idx="569">64.8</cx:pt>
          <cx:pt idx="570">64.85</cx:pt>
          <cx:pt idx="571">64.9</cx:pt>
          <cx:pt idx="572">64.95</cx:pt>
          <cx:pt idx="573">65</cx:pt>
          <cx:pt idx="574">65.05</cx:pt>
          <cx:pt idx="575">65.1</cx:pt>
          <cx:pt idx="576">65.15</cx:pt>
          <cx:pt idx="577">65.2</cx:pt>
          <cx:pt idx="578">65.25</cx:pt>
          <cx:pt idx="579">65.3</cx:pt>
          <cx:pt idx="580">65.35</cx:pt>
          <cx:pt idx="581">65.4</cx:pt>
          <cx:pt idx="582">65.45</cx:pt>
          <cx:pt idx="583">65.5</cx:pt>
          <cx:pt idx="584">65.55</cx:pt>
          <cx:pt idx="585">65.6</cx:pt>
          <cx:pt idx="586">65.65</cx:pt>
          <cx:pt idx="587">65.7</cx:pt>
          <cx:pt idx="588">65.75</cx:pt>
          <cx:pt idx="589">65.8</cx:pt>
          <cx:pt idx="590">65.85</cx:pt>
          <cx:pt idx="591">65.9</cx:pt>
          <cx:pt idx="592">66</cx:pt>
          <cx:pt idx="593">66.05</cx:pt>
          <cx:pt idx="594">66.1</cx:pt>
          <cx:pt idx="595">66.15</cx:pt>
          <cx:pt idx="596">66.2</cx:pt>
          <cx:pt idx="597">66.25</cx:pt>
          <cx:pt idx="598">66.3</cx:pt>
          <cx:pt idx="599">66.4</cx:pt>
          <cx:pt idx="600">66.5</cx:pt>
          <cx:pt idx="601">66.6</cx:pt>
          <cx:pt idx="602">66.65</cx:pt>
          <cx:pt idx="603">66.7</cx:pt>
          <cx:pt idx="604">66.75</cx:pt>
          <cx:pt idx="605">66.8</cx:pt>
          <cx:pt idx="606">66.85</cx:pt>
          <cx:pt idx="607">66.9</cx:pt>
          <cx:pt idx="608">67.05</cx:pt>
          <cx:pt idx="609">67.2</cx:pt>
          <cx:pt idx="610">67.25</cx:pt>
          <cx:pt idx="611">67.4</cx:pt>
          <cx:pt idx="612">67.45</cx:pt>
          <cx:pt idx="613">67.6</cx:pt>
          <cx:pt idx="614">67.65</cx:pt>
          <cx:pt idx="615">67.7</cx:pt>
          <cx:pt idx="616">67.8</cx:pt>
          <cx:pt idx="617">67.85</cx:pt>
          <cx:pt idx="618">67.95</cx:pt>
          <cx:pt idx="619">68.05</cx:pt>
          <cx:pt idx="620">68.1</cx:pt>
          <cx:pt idx="621">68.15</cx:pt>
          <cx:pt idx="622">68.25</cx:pt>
          <cx:pt idx="623">68.3</cx:pt>
          <cx:pt idx="624">68.35</cx:pt>
          <cx:pt idx="625">68.4</cx:pt>
          <cx:pt idx="626">68.45</cx:pt>
          <cx:pt idx="627">68.5</cx:pt>
          <cx:pt idx="628">68.55</cx:pt>
          <cx:pt idx="629">68.6</cx:pt>
          <cx:pt idx="630">68.65</cx:pt>
          <cx:pt idx="631">68.7</cx:pt>
          <cx:pt idx="632">68.75</cx:pt>
          <cx:pt idx="633">68.8</cx:pt>
          <cx:pt idx="634">68.85</cx:pt>
          <cx:pt idx="635">68.9</cx:pt>
          <cx:pt idx="636">68.95</cx:pt>
          <cx:pt idx="637">69</cx:pt>
          <cx:pt idx="638">69.05</cx:pt>
          <cx:pt idx="639">69.1</cx:pt>
          <cx:pt idx="640">69.15</cx:pt>
          <cx:pt idx="641">69.2</cx:pt>
          <cx:pt idx="642">69.25</cx:pt>
          <cx:pt idx="643">69.3</cx:pt>
          <cx:pt idx="644">69.35</cx:pt>
          <cx:pt idx="645">69.4</cx:pt>
          <cx:pt idx="646">69.45</cx:pt>
          <cx:pt idx="647">69.5</cx:pt>
          <cx:pt idx="648">69.55</cx:pt>
          <cx:pt idx="649">69.6</cx:pt>
          <cx:pt idx="650">69.65</cx:pt>
          <cx:pt idx="651">69.7</cx:pt>
          <cx:pt idx="652">69.75</cx:pt>
          <cx:pt idx="653">69.8</cx:pt>
          <cx:pt idx="654">69.85</cx:pt>
          <cx:pt idx="655">69.9</cx:pt>
          <cx:pt idx="656">69.95</cx:pt>
          <cx:pt idx="657">70</cx:pt>
          <cx:pt idx="658">70.05</cx:pt>
          <cx:pt idx="659">70.1</cx:pt>
          <cx:pt idx="660">70.15</cx:pt>
          <cx:pt idx="661">70.2</cx:pt>
          <cx:pt idx="662">70.25</cx:pt>
          <cx:pt idx="663">70.3</cx:pt>
          <cx:pt idx="664">70.35</cx:pt>
          <cx:pt idx="665">70.4</cx:pt>
          <cx:pt idx="666">70.45</cx:pt>
          <cx:pt idx="667">70.5</cx:pt>
          <cx:pt idx="668">70.55</cx:pt>
          <cx:pt idx="669">70.6</cx:pt>
          <cx:pt idx="670">70.65</cx:pt>
          <cx:pt idx="671">70.7</cx:pt>
          <cx:pt idx="672">70.75</cx:pt>
          <cx:pt idx="673">70.8</cx:pt>
          <cx:pt idx="674">70.85</cx:pt>
          <cx:pt idx="675">70.9</cx:pt>
          <cx:pt idx="676">70.95</cx:pt>
          <cx:pt idx="677">71</cx:pt>
          <cx:pt idx="678">71.05</cx:pt>
          <cx:pt idx="679">71.1</cx:pt>
          <cx:pt idx="680">71.25</cx:pt>
          <cx:pt idx="681">71.3</cx:pt>
          <cx:pt idx="682">71.35</cx:pt>
          <cx:pt idx="683">71.4</cx:pt>
          <cx:pt idx="684">71.45</cx:pt>
          <cx:pt idx="685">71.5</cx:pt>
          <cx:pt idx="686">71.55</cx:pt>
          <cx:pt idx="687">71.6</cx:pt>
          <cx:pt idx="688">71.65</cx:pt>
          <cx:pt idx="689">71.7</cx:pt>
          <cx:pt idx="690">71.75</cx:pt>
          <cx:pt idx="691">71.8</cx:pt>
          <cx:pt idx="692">71.85</cx:pt>
          <cx:pt idx="693">71.9</cx:pt>
          <cx:pt idx="694">71.95</cx:pt>
          <cx:pt idx="695">72</cx:pt>
          <cx:pt idx="696">72.1</cx:pt>
          <cx:pt idx="697">72.25</cx:pt>
          <cx:pt idx="698">72.35</cx:pt>
          <cx:pt idx="699">72.45</cx:pt>
          <cx:pt idx="700">72.6</cx:pt>
          <cx:pt idx="701">72.75</cx:pt>
          <cx:pt idx="702">72.8</cx:pt>
          <cx:pt idx="703">72.9</cx:pt>
          <cx:pt idx="704">72.95</cx:pt>
          <cx:pt idx="705">73</cx:pt>
          <cx:pt idx="706">73.05</cx:pt>
          <cx:pt idx="707">73.1</cx:pt>
          <cx:pt idx="708">73.15</cx:pt>
          <cx:pt idx="709">73.25</cx:pt>
          <cx:pt idx="710">73.3</cx:pt>
          <cx:pt idx="711">73.35</cx:pt>
          <cx:pt idx="712">73.45</cx:pt>
          <cx:pt idx="713">73.5</cx:pt>
          <cx:pt idx="714">73.55</cx:pt>
          <cx:pt idx="715">73.6</cx:pt>
          <cx:pt idx="716">73.65</cx:pt>
          <cx:pt idx="717">73.7</cx:pt>
          <cx:pt idx="718">73.75</cx:pt>
          <cx:pt idx="719">73.8</cx:pt>
          <cx:pt idx="720">73.85</cx:pt>
          <cx:pt idx="721">73.9</cx:pt>
          <cx:pt idx="722">74</cx:pt>
          <cx:pt idx="723">74.05</cx:pt>
          <cx:pt idx="724">74.1</cx:pt>
          <cx:pt idx="725">74.15</cx:pt>
          <cx:pt idx="726">74.2</cx:pt>
          <cx:pt idx="727">74.25</cx:pt>
          <cx:pt idx="728">74.3</cx:pt>
          <cx:pt idx="729">74.35</cx:pt>
          <cx:pt idx="730">74.4</cx:pt>
          <cx:pt idx="731">74.45</cx:pt>
          <cx:pt idx="732">74.5</cx:pt>
          <cx:pt idx="733">74.55</cx:pt>
          <cx:pt idx="734">74.6</cx:pt>
          <cx:pt idx="735">74.65</cx:pt>
          <cx:pt idx="736">74.7</cx:pt>
          <cx:pt idx="737">74.75</cx:pt>
          <cx:pt idx="738">74.8</cx:pt>
          <cx:pt idx="739">74.85</cx:pt>
          <cx:pt idx="740">74.9</cx:pt>
          <cx:pt idx="741">74.95</cx:pt>
          <cx:pt idx="742">75</cx:pt>
          <cx:pt idx="743">75.05</cx:pt>
          <cx:pt idx="744">75.1</cx:pt>
          <cx:pt idx="745">75.15</cx:pt>
          <cx:pt idx="746">75.2</cx:pt>
          <cx:pt idx="747">75.25</cx:pt>
          <cx:pt idx="748">75.3</cx:pt>
          <cx:pt idx="749">75.35</cx:pt>
          <cx:pt idx="750">75.4</cx:pt>
          <cx:pt idx="751">75.45</cx:pt>
          <cx:pt idx="752">75.5</cx:pt>
          <cx:pt idx="753">75.55</cx:pt>
          <cx:pt idx="754">75.6</cx:pt>
          <cx:pt idx="755">75.65</cx:pt>
          <cx:pt idx="756">75.7</cx:pt>
          <cx:pt idx="757">75.75</cx:pt>
          <cx:pt idx="758">75.8</cx:pt>
          <cx:pt idx="759">75.85</cx:pt>
          <cx:pt idx="760">75.9</cx:pt>
          <cx:pt idx="761">75.95</cx:pt>
          <cx:pt idx="762">76</cx:pt>
          <cx:pt idx="763">76.05</cx:pt>
          <cx:pt idx="764">76.1</cx:pt>
          <cx:pt idx="765">76.15</cx:pt>
          <cx:pt idx="766">76.2</cx:pt>
          <cx:pt idx="767">76.25</cx:pt>
          <cx:pt idx="768">76.3</cx:pt>
          <cx:pt idx="769">76.35</cx:pt>
          <cx:pt idx="770">76.4</cx:pt>
          <cx:pt idx="771">76.45</cx:pt>
          <cx:pt idx="772">76.5</cx:pt>
          <cx:pt idx="773">76.55</cx:pt>
          <cx:pt idx="774">76.6</cx:pt>
          <cx:pt idx="775">76.75</cx:pt>
          <cx:pt idx="776">76.8</cx:pt>
          <cx:pt idx="777">76.85</cx:pt>
          <cx:pt idx="778">76.9</cx:pt>
          <cx:pt idx="779">76.95</cx:pt>
          <cx:pt idx="780">77.15</cx:pt>
          <cx:pt idx="781">77.2</cx:pt>
          <cx:pt idx="782">77.3</cx:pt>
          <cx:pt idx="783">77.35</cx:pt>
          <cx:pt idx="784">77.4</cx:pt>
          <cx:pt idx="785">77.55</cx:pt>
          <cx:pt idx="786">77.75</cx:pt>
          <cx:pt idx="787">77.8</cx:pt>
          <cx:pt idx="788">77.9</cx:pt>
          <cx:pt idx="789">78</cx:pt>
          <cx:pt idx="790">78.1</cx:pt>
          <cx:pt idx="791">78.15</cx:pt>
          <cx:pt idx="792">78.2</cx:pt>
          <cx:pt idx="793">78.3</cx:pt>
          <cx:pt idx="794">78.35</cx:pt>
          <cx:pt idx="795">78.4</cx:pt>
          <cx:pt idx="796">78.45</cx:pt>
          <cx:pt idx="797">78.5</cx:pt>
          <cx:pt idx="798">78.55</cx:pt>
          <cx:pt idx="799">78.6</cx:pt>
          <cx:pt idx="800">78.65</cx:pt>
          <cx:pt idx="801">78.7</cx:pt>
          <cx:pt idx="802">78.75</cx:pt>
          <cx:pt idx="803">78.8</cx:pt>
          <cx:pt idx="804">78.85</cx:pt>
          <cx:pt idx="805">78.9</cx:pt>
          <cx:pt idx="806">78.95</cx:pt>
          <cx:pt idx="807">79</cx:pt>
          <cx:pt idx="808">79.05</cx:pt>
          <cx:pt idx="809">79.1</cx:pt>
          <cx:pt idx="810">79.15</cx:pt>
          <cx:pt idx="811">79.2</cx:pt>
          <cx:pt idx="812">79.25</cx:pt>
          <cx:pt idx="813">79.3</cx:pt>
          <cx:pt idx="814">79.35</cx:pt>
          <cx:pt idx="815">79.4</cx:pt>
          <cx:pt idx="816">79.45</cx:pt>
          <cx:pt idx="817">79.5</cx:pt>
          <cx:pt idx="818">79.55</cx:pt>
          <cx:pt idx="819">79.6</cx:pt>
          <cx:pt idx="820">79.65</cx:pt>
          <cx:pt idx="821">79.7</cx:pt>
          <cx:pt idx="822">79.75</cx:pt>
          <cx:pt idx="823">79.8</cx:pt>
          <cx:pt idx="824">79.85</cx:pt>
          <cx:pt idx="825">79.9</cx:pt>
          <cx:pt idx="826">79.95</cx:pt>
          <cx:pt idx="827">80</cx:pt>
          <cx:pt idx="828">80.05</cx:pt>
          <cx:pt idx="829">80.1</cx:pt>
          <cx:pt idx="830">80.15</cx:pt>
          <cx:pt idx="831">80.2</cx:pt>
          <cx:pt idx="832">80.25</cx:pt>
          <cx:pt idx="833">80.3</cx:pt>
          <cx:pt idx="834">80.35</cx:pt>
          <cx:pt idx="835">80.4</cx:pt>
          <cx:pt idx="836">80.45</cx:pt>
          <cx:pt idx="837">80.5</cx:pt>
          <cx:pt idx="838">80.55</cx:pt>
          <cx:pt idx="839">80.6</cx:pt>
          <cx:pt idx="840">80.65</cx:pt>
          <cx:pt idx="841">80.7</cx:pt>
          <cx:pt idx="842">80.75</cx:pt>
          <cx:pt idx="843">80.8</cx:pt>
          <cx:pt idx="844">80.85</cx:pt>
          <cx:pt idx="845">80.9</cx:pt>
          <cx:pt idx="846">80.95</cx:pt>
          <cx:pt idx="847">81</cx:pt>
          <cx:pt idx="848">81.05</cx:pt>
          <cx:pt idx="849">81.1</cx:pt>
          <cx:pt idx="850">81.15</cx:pt>
          <cx:pt idx="851">81.2</cx:pt>
          <cx:pt idx="852">81.25</cx:pt>
          <cx:pt idx="853">81.3</cx:pt>
          <cx:pt idx="854">81.35</cx:pt>
          <cx:pt idx="855">81.4</cx:pt>
          <cx:pt idx="856">81.45</cx:pt>
          <cx:pt idx="857">81.5</cx:pt>
          <cx:pt idx="858">81.55</cx:pt>
          <cx:pt idx="859">81.6</cx:pt>
          <cx:pt idx="860">81.65</cx:pt>
          <cx:pt idx="861">81.7</cx:pt>
          <cx:pt idx="862">81.75</cx:pt>
          <cx:pt idx="863">81.8</cx:pt>
          <cx:pt idx="864">81.85</cx:pt>
          <cx:pt idx="865">81.9</cx:pt>
          <cx:pt idx="866">81.95</cx:pt>
          <cx:pt idx="867">82</cx:pt>
          <cx:pt idx="868">82.05</cx:pt>
          <cx:pt idx="869">82.1</cx:pt>
          <cx:pt idx="870">82.15</cx:pt>
          <cx:pt idx="871">82.3</cx:pt>
          <cx:pt idx="872">82.45</cx:pt>
          <cx:pt idx="873">82.5</cx:pt>
          <cx:pt idx="874">82.55</cx:pt>
          <cx:pt idx="875">82.65</cx:pt>
          <cx:pt idx="876">82.7</cx:pt>
          <cx:pt idx="877">82.75</cx:pt>
          <cx:pt idx="878">82.85</cx:pt>
          <cx:pt idx="879">82.9</cx:pt>
          <cx:pt idx="880">82.95</cx:pt>
          <cx:pt idx="881">83</cx:pt>
          <cx:pt idx="882">83.05</cx:pt>
          <cx:pt idx="883">83.15</cx:pt>
          <cx:pt idx="884">83.2</cx:pt>
          <cx:pt idx="885">83.25</cx:pt>
          <cx:pt idx="886">83.3</cx:pt>
          <cx:pt idx="887">83.4</cx:pt>
          <cx:pt idx="888">83.45</cx:pt>
          <cx:pt idx="889">83.5</cx:pt>
          <cx:pt idx="890">83.55</cx:pt>
          <cx:pt idx="891">83.6</cx:pt>
          <cx:pt idx="892">83.65</cx:pt>
          <cx:pt idx="893">83.7</cx:pt>
          <cx:pt idx="894">83.75</cx:pt>
          <cx:pt idx="895">83.8</cx:pt>
          <cx:pt idx="896">83.85</cx:pt>
          <cx:pt idx="897">84</cx:pt>
          <cx:pt idx="898">84.05</cx:pt>
          <cx:pt idx="899">84.1</cx:pt>
          <cx:pt idx="900">84.15</cx:pt>
          <cx:pt idx="901">84.2</cx:pt>
          <cx:pt idx="902">84.25</cx:pt>
          <cx:pt idx="903">84.3</cx:pt>
          <cx:pt idx="904">84.35</cx:pt>
          <cx:pt idx="905">84.4</cx:pt>
          <cx:pt idx="906">84.45</cx:pt>
          <cx:pt idx="907">84.5</cx:pt>
          <cx:pt idx="908">84.55</cx:pt>
          <cx:pt idx="909">84.6</cx:pt>
          <cx:pt idx="910">84.65</cx:pt>
          <cx:pt idx="911">84.7</cx:pt>
          <cx:pt idx="912">84.75</cx:pt>
          <cx:pt idx="913">84.8</cx:pt>
          <cx:pt idx="914">84.85</cx:pt>
          <cx:pt idx="915">84.9</cx:pt>
          <cx:pt idx="916">84.95</cx:pt>
          <cx:pt idx="917">85</cx:pt>
          <cx:pt idx="918">85.05</cx:pt>
          <cx:pt idx="919">85.1</cx:pt>
          <cx:pt idx="920">85.15</cx:pt>
          <cx:pt idx="921">85.2</cx:pt>
          <cx:pt idx="922">85.25</cx:pt>
          <cx:pt idx="923">85.3</cx:pt>
          <cx:pt idx="924">85.35</cx:pt>
          <cx:pt idx="925">85.4</cx:pt>
          <cx:pt idx="926">85.45</cx:pt>
          <cx:pt idx="927">85.5</cx:pt>
          <cx:pt idx="928">85.55</cx:pt>
          <cx:pt idx="929">85.6</cx:pt>
          <cx:pt idx="930">85.65</cx:pt>
          <cx:pt idx="931">85.7</cx:pt>
          <cx:pt idx="932">85.75</cx:pt>
          <cx:pt idx="933">85.8</cx:pt>
          <cx:pt idx="934">85.85</cx:pt>
          <cx:pt idx="935">85.9</cx:pt>
          <cx:pt idx="936">85.95</cx:pt>
          <cx:pt idx="937">86</cx:pt>
          <cx:pt idx="938">86.05</cx:pt>
          <cx:pt idx="939">86.1</cx:pt>
          <cx:pt idx="940">86.15</cx:pt>
          <cx:pt idx="941">86.2</cx:pt>
          <cx:pt idx="942">86.25</cx:pt>
          <cx:pt idx="943">86.35</cx:pt>
          <cx:pt idx="944">86.4</cx:pt>
          <cx:pt idx="945">86.45</cx:pt>
          <cx:pt idx="946">86.5</cx:pt>
          <cx:pt idx="947">86.55</cx:pt>
          <cx:pt idx="948">86.6</cx:pt>
          <cx:pt idx="949">86.65</cx:pt>
          <cx:pt idx="950">86.7</cx:pt>
          <cx:pt idx="951">86.75</cx:pt>
          <cx:pt idx="952">86.8</cx:pt>
          <cx:pt idx="953">86.85</cx:pt>
          <cx:pt idx="954">86.9</cx:pt>
          <cx:pt idx="955">86.95</cx:pt>
          <cx:pt idx="956">87</cx:pt>
          <cx:pt idx="957">87.1</cx:pt>
          <cx:pt idx="958">87.15</cx:pt>
          <cx:pt idx="959">87.2</cx:pt>
          <cx:pt idx="960">87.25</cx:pt>
          <cx:pt idx="961">87.3</cx:pt>
          <cx:pt idx="962">87.35</cx:pt>
          <cx:pt idx="963">87.55</cx:pt>
          <cx:pt idx="964">87.6</cx:pt>
          <cx:pt idx="965">87.65</cx:pt>
          <cx:pt idx="966">87.7</cx:pt>
          <cx:pt idx="967">87.75</cx:pt>
          <cx:pt idx="968">87.8</cx:pt>
          <cx:pt idx="969">87.9</cx:pt>
          <cx:pt idx="970">87.95</cx:pt>
          <cx:pt idx="971">88</cx:pt>
          <cx:pt idx="972">88.05</cx:pt>
          <cx:pt idx="973">88.1</cx:pt>
          <cx:pt idx="974">88.15</cx:pt>
          <cx:pt idx="975">88.2</cx:pt>
          <cx:pt idx="976">88.4</cx:pt>
          <cx:pt idx="977">88.45</cx:pt>
          <cx:pt idx="978">88.5</cx:pt>
          <cx:pt idx="979">88.55</cx:pt>
          <cx:pt idx="980">88.6</cx:pt>
          <cx:pt idx="981">88.65</cx:pt>
          <cx:pt idx="982">88.7</cx:pt>
          <cx:pt idx="983">88.75</cx:pt>
          <cx:pt idx="984">88.8</cx:pt>
          <cx:pt idx="985">88.85</cx:pt>
          <cx:pt idx="986">88.9</cx:pt>
          <cx:pt idx="987">88.95</cx:pt>
          <cx:pt idx="988">89</cx:pt>
          <cx:pt idx="989">89.05</cx:pt>
          <cx:pt idx="990">89.1</cx:pt>
          <cx:pt idx="991">89.15</cx:pt>
          <cx:pt idx="992">89.2</cx:pt>
          <cx:pt idx="993">89.25</cx:pt>
          <cx:pt idx="994">89.3</cx:pt>
          <cx:pt idx="995">89.35</cx:pt>
          <cx:pt idx="996">89.4</cx:pt>
          <cx:pt idx="997">89.45</cx:pt>
          <cx:pt idx="998">89.55</cx:pt>
          <cx:pt idx="999">89.6</cx:pt>
          <cx:pt idx="1000">89.65</cx:pt>
          <cx:pt idx="1001">89.7</cx:pt>
          <cx:pt idx="1002">89.75</cx:pt>
          <cx:pt idx="1003">89.8</cx:pt>
          <cx:pt idx="1004">89.85</cx:pt>
          <cx:pt idx="1005">89.9</cx:pt>
          <cx:pt idx="1006">89.95</cx:pt>
          <cx:pt idx="1007">90</cx:pt>
          <cx:pt idx="1008">90.05</cx:pt>
          <cx:pt idx="1009">90.1</cx:pt>
          <cx:pt idx="1010">90.15</cx:pt>
          <cx:pt idx="1011">90.2</cx:pt>
          <cx:pt idx="1012">90.25</cx:pt>
          <cx:pt idx="1013">90.3</cx:pt>
          <cx:pt idx="1014">90.35</cx:pt>
          <cx:pt idx="1015">90.4</cx:pt>
          <cx:pt idx="1016">90.45</cx:pt>
          <cx:pt idx="1017">90.5</cx:pt>
          <cx:pt idx="1018">90.55</cx:pt>
          <cx:pt idx="1019">90.6</cx:pt>
          <cx:pt idx="1020">90.65</cx:pt>
          <cx:pt idx="1021">90.7</cx:pt>
          <cx:pt idx="1022">90.75</cx:pt>
          <cx:pt idx="1023">90.8</cx:pt>
          <cx:pt idx="1024">90.85</cx:pt>
          <cx:pt idx="1025">90.95</cx:pt>
          <cx:pt idx="1026">91</cx:pt>
          <cx:pt idx="1027">91.05</cx:pt>
          <cx:pt idx="1028">91.1</cx:pt>
          <cx:pt idx="1029">91.15</cx:pt>
          <cx:pt idx="1030">91.2</cx:pt>
          <cx:pt idx="1031">91.25</cx:pt>
          <cx:pt idx="1032">91.3</cx:pt>
          <cx:pt idx="1033">91.35</cx:pt>
          <cx:pt idx="1034">91.45</cx:pt>
          <cx:pt idx="1035">91.5</cx:pt>
          <cx:pt idx="1036">91.55</cx:pt>
          <cx:pt idx="1037">91.6</cx:pt>
          <cx:pt idx="1038">91.65</cx:pt>
          <cx:pt idx="1039">91.7</cx:pt>
          <cx:pt idx="1040">91.8</cx:pt>
          <cx:pt idx="1041">91.95</cx:pt>
          <cx:pt idx="1042">92</cx:pt>
          <cx:pt idx="1043">92.05</cx:pt>
          <cx:pt idx="1044">92.15</cx:pt>
          <cx:pt idx="1045">92.2</cx:pt>
          <cx:pt idx="1046">92.3</cx:pt>
          <cx:pt idx="1047">92.4</cx:pt>
          <cx:pt idx="1048">92.45</cx:pt>
          <cx:pt idx="1049">92.55</cx:pt>
          <cx:pt idx="1050">92.6</cx:pt>
          <cx:pt idx="1051">92.65</cx:pt>
          <cx:pt idx="1052">92.7</cx:pt>
          <cx:pt idx="1053">92.85</cx:pt>
          <cx:pt idx="1054">92.9</cx:pt>
          <cx:pt idx="1055">92.95</cx:pt>
          <cx:pt idx="1056">93</cx:pt>
          <cx:pt idx="1057">93.05</cx:pt>
          <cx:pt idx="1058">93.15</cx:pt>
          <cx:pt idx="1059">93.2</cx:pt>
          <cx:pt idx="1060">93.25</cx:pt>
          <cx:pt idx="1061">93.3</cx:pt>
          <cx:pt idx="1062">93.35</cx:pt>
          <cx:pt idx="1063">93.4</cx:pt>
          <cx:pt idx="1064">93.45</cx:pt>
          <cx:pt idx="1065">93.5</cx:pt>
          <cx:pt idx="1066">93.55</cx:pt>
          <cx:pt idx="1067">93.6</cx:pt>
          <cx:pt idx="1068">93.65</cx:pt>
          <cx:pt idx="1069">93.7</cx:pt>
          <cx:pt idx="1070">93.75</cx:pt>
          <cx:pt idx="1071">93.8</cx:pt>
          <cx:pt idx="1072">93.85</cx:pt>
          <cx:pt idx="1073">93.9</cx:pt>
          <cx:pt idx="1074">93.95</cx:pt>
          <cx:pt idx="1075">94</cx:pt>
          <cx:pt idx="1076">94.05</cx:pt>
          <cx:pt idx="1077">94.1</cx:pt>
          <cx:pt idx="1078">94.15</cx:pt>
          <cx:pt idx="1079">94.2</cx:pt>
          <cx:pt idx="1080">94.25</cx:pt>
          <cx:pt idx="1081">94.3</cx:pt>
          <cx:pt idx="1082">94.35</cx:pt>
          <cx:pt idx="1083">94.4</cx:pt>
          <cx:pt idx="1084">94.45</cx:pt>
          <cx:pt idx="1085">94.5</cx:pt>
          <cx:pt idx="1086">94.55</cx:pt>
          <cx:pt idx="1087">94.6</cx:pt>
          <cx:pt idx="1088">94.65</cx:pt>
          <cx:pt idx="1089">94.7</cx:pt>
          <cx:pt idx="1090">94.75</cx:pt>
          <cx:pt idx="1091">94.8</cx:pt>
          <cx:pt idx="1092">94.85</cx:pt>
          <cx:pt idx="1093">94.9</cx:pt>
          <cx:pt idx="1094">94.95</cx:pt>
          <cx:pt idx="1095">95</cx:pt>
          <cx:pt idx="1096">95.05</cx:pt>
          <cx:pt idx="1097">95.1</cx:pt>
          <cx:pt idx="1098">95.15</cx:pt>
          <cx:pt idx="1099">95.2</cx:pt>
          <cx:pt idx="1100">95.25</cx:pt>
          <cx:pt idx="1101">95.3</cx:pt>
          <cx:pt idx="1102">95.35</cx:pt>
          <cx:pt idx="1103">95.4</cx:pt>
          <cx:pt idx="1104">95.45</cx:pt>
          <cx:pt idx="1105">95.5</cx:pt>
          <cx:pt idx="1106">95.55</cx:pt>
          <cx:pt idx="1107">95.6</cx:pt>
          <cx:pt idx="1108">95.65</cx:pt>
          <cx:pt idx="1109">95.7</cx:pt>
          <cx:pt idx="1110">95.75</cx:pt>
          <cx:pt idx="1111">95.8</cx:pt>
          <cx:pt idx="1112">95.85</cx:pt>
          <cx:pt idx="1113">95.9</cx:pt>
          <cx:pt idx="1114">95.95</cx:pt>
          <cx:pt idx="1115">96</cx:pt>
          <cx:pt idx="1116">96.1</cx:pt>
          <cx:pt idx="1117">96.2</cx:pt>
          <cx:pt idx="1118">96.35</cx:pt>
          <cx:pt idx="1119">96.4</cx:pt>
          <cx:pt idx="1120">96.5</cx:pt>
          <cx:pt idx="1121">96.55</cx:pt>
          <cx:pt idx="1122">96.6</cx:pt>
          <cx:pt idx="1123">96.65</cx:pt>
          <cx:pt idx="1124">96.75</cx:pt>
          <cx:pt idx="1125">96.8</cx:pt>
          <cx:pt idx="1126">96.85</cx:pt>
          <cx:pt idx="1127">96.9</cx:pt>
          <cx:pt idx="1128">96.95</cx:pt>
          <cx:pt idx="1129">97</cx:pt>
          <cx:pt idx="1130">97.05</cx:pt>
          <cx:pt idx="1131">97.1</cx:pt>
          <cx:pt idx="1132">97.2</cx:pt>
          <cx:pt idx="1133">97.25</cx:pt>
          <cx:pt idx="1134">97.45</cx:pt>
          <cx:pt idx="1135">97.55</cx:pt>
          <cx:pt idx="1136">97.65</cx:pt>
          <cx:pt idx="1137">97.7</cx:pt>
          <cx:pt idx="1138">97.75</cx:pt>
          <cx:pt idx="1139">97.8</cx:pt>
          <cx:pt idx="1140">97.85</cx:pt>
          <cx:pt idx="1141">97.95</cx:pt>
          <cx:pt idx="1142">98</cx:pt>
          <cx:pt idx="1143">98.05</cx:pt>
          <cx:pt idx="1144">98.1</cx:pt>
          <cx:pt idx="1145">98.15</cx:pt>
          <cx:pt idx="1146">98.2</cx:pt>
          <cx:pt idx="1147">98.25</cx:pt>
          <cx:pt idx="1148">98.3</cx:pt>
          <cx:pt idx="1149">98.35</cx:pt>
          <cx:pt idx="1150">98.45</cx:pt>
          <cx:pt idx="1151">98.55</cx:pt>
          <cx:pt idx="1152">98.6</cx:pt>
          <cx:pt idx="1153">98.65</cx:pt>
          <cx:pt idx="1154">98.7</cx:pt>
          <cx:pt idx="1155">98.8</cx:pt>
          <cx:pt idx="1156">98.85</cx:pt>
          <cx:pt idx="1157">98.9</cx:pt>
          <cx:pt idx="1158">99</cx:pt>
          <cx:pt idx="1159">99.05</cx:pt>
          <cx:pt idx="1160">99.1</cx:pt>
          <cx:pt idx="1161">99.15</cx:pt>
          <cx:pt idx="1162">99.2</cx:pt>
          <cx:pt idx="1163">99.25</cx:pt>
          <cx:pt idx="1164">99.3</cx:pt>
          <cx:pt idx="1165">99.35</cx:pt>
          <cx:pt idx="1166">99.4</cx:pt>
          <cx:pt idx="1167">99.45</cx:pt>
          <cx:pt idx="1168">99.5</cx:pt>
          <cx:pt idx="1169">99.55</cx:pt>
          <cx:pt idx="1170">99.65</cx:pt>
          <cx:pt idx="1171">99.7</cx:pt>
          <cx:pt idx="1172">99.75</cx:pt>
          <cx:pt idx="1173">99.8</cx:pt>
          <cx:pt idx="1174">99.85</cx:pt>
          <cx:pt idx="1175">99.9</cx:pt>
          <cx:pt idx="1176">99.95</cx:pt>
          <cx:pt idx="1177">100</cx:pt>
          <cx:pt idx="1178">100.05</cx:pt>
          <cx:pt idx="1179">100.1</cx:pt>
          <cx:pt idx="1180">100.15</cx:pt>
          <cx:pt idx="1181">100.2</cx:pt>
          <cx:pt idx="1182">100.25</cx:pt>
          <cx:pt idx="1183">100.3</cx:pt>
          <cx:pt idx="1184">100.35</cx:pt>
          <cx:pt idx="1185">100.4</cx:pt>
          <cx:pt idx="1186">100.45</cx:pt>
          <cx:pt idx="1187">100.5</cx:pt>
          <cx:pt idx="1188">100.55</cx:pt>
          <cx:pt idx="1189">100.6</cx:pt>
          <cx:pt idx="1190">100.65</cx:pt>
          <cx:pt idx="1191">100.7</cx:pt>
          <cx:pt idx="1192">100.75</cx:pt>
          <cx:pt idx="1193">100.8</cx:pt>
          <cx:pt idx="1194">100.85</cx:pt>
          <cx:pt idx="1195">100.9</cx:pt>
          <cx:pt idx="1196">101</cx:pt>
          <cx:pt idx="1197">101.05</cx:pt>
          <cx:pt idx="1198">101.1</cx:pt>
          <cx:pt idx="1199">101.15</cx:pt>
          <cx:pt idx="1200">101.25</cx:pt>
          <cx:pt idx="1201">101.3</cx:pt>
          <cx:pt idx="1202">101.35</cx:pt>
          <cx:pt idx="1203">101.4</cx:pt>
          <cx:pt idx="1204">101.45</cx:pt>
          <cx:pt idx="1205">101.5</cx:pt>
          <cx:pt idx="1206">101.55</cx:pt>
          <cx:pt idx="1207">101.6</cx:pt>
          <cx:pt idx="1208">101.75</cx:pt>
          <cx:pt idx="1209">101.8</cx:pt>
          <cx:pt idx="1210">101.9</cx:pt>
          <cx:pt idx="1211">102.05</cx:pt>
          <cx:pt idx="1212">102.1</cx:pt>
          <cx:pt idx="1213">102.15</cx:pt>
          <cx:pt idx="1214">102.4</cx:pt>
          <cx:pt idx="1215">102.45</cx:pt>
          <cx:pt idx="1216">102.5</cx:pt>
          <cx:pt idx="1217">102.55</cx:pt>
          <cx:pt idx="1218">102.6</cx:pt>
          <cx:pt idx="1219">102.65</cx:pt>
          <cx:pt idx="1220">102.7</cx:pt>
          <cx:pt idx="1221">102.85</cx:pt>
          <cx:pt idx="1222">102.9</cx:pt>
          <cx:pt idx="1223">103</cx:pt>
          <cx:pt idx="1224">103.05</cx:pt>
          <cx:pt idx="1225">103.1</cx:pt>
          <cx:pt idx="1226">103.15</cx:pt>
          <cx:pt idx="1227">103.2</cx:pt>
          <cx:pt idx="1228">103.25</cx:pt>
          <cx:pt idx="1229">103.3</cx:pt>
          <cx:pt idx="1230">103.4</cx:pt>
          <cx:pt idx="1231">103.45</cx:pt>
          <cx:pt idx="1232">103.5</cx:pt>
          <cx:pt idx="1233">103.6</cx:pt>
          <cx:pt idx="1234">103.65</cx:pt>
          <cx:pt idx="1235">103.7</cx:pt>
          <cx:pt idx="1236">103.75</cx:pt>
          <cx:pt idx="1237">103.8</cx:pt>
          <cx:pt idx="1238">103.85</cx:pt>
          <cx:pt idx="1239">103.9</cx:pt>
          <cx:pt idx="1240">103.95</cx:pt>
          <cx:pt idx="1241">104</cx:pt>
          <cx:pt idx="1242">104.05</cx:pt>
          <cx:pt idx="1243">104.1</cx:pt>
          <cx:pt idx="1244">104.15</cx:pt>
          <cx:pt idx="1245">104.25</cx:pt>
          <cx:pt idx="1246">104.3</cx:pt>
          <cx:pt idx="1247">104.35</cx:pt>
          <cx:pt idx="1248">104.4</cx:pt>
          <cx:pt idx="1249">104.45</cx:pt>
          <cx:pt idx="1250">104.5</cx:pt>
          <cx:pt idx="1251">104.55</cx:pt>
          <cx:pt idx="1252">104.6</cx:pt>
          <cx:pt idx="1253">104.65</cx:pt>
          <cx:pt idx="1254">104.7</cx:pt>
          <cx:pt idx="1255">104.75</cx:pt>
          <cx:pt idx="1256">104.8</cx:pt>
          <cx:pt idx="1257">104.85</cx:pt>
          <cx:pt idx="1258">104.9</cx:pt>
          <cx:pt idx="1259">104.95</cx:pt>
          <cx:pt idx="1260">105</cx:pt>
          <cx:pt idx="1261">105.05</cx:pt>
          <cx:pt idx="1262">105.1</cx:pt>
          <cx:pt idx="1263">105.15</cx:pt>
          <cx:pt idx="1264">105.2</cx:pt>
          <cx:pt idx="1265">105.25</cx:pt>
          <cx:pt idx="1266">105.3</cx:pt>
          <cx:pt idx="1267">105.35</cx:pt>
          <cx:pt idx="1268">105.4</cx:pt>
          <cx:pt idx="1269">105.45</cx:pt>
          <cx:pt idx="1270">105.5</cx:pt>
          <cx:pt idx="1271">105.55</cx:pt>
          <cx:pt idx="1272">105.6</cx:pt>
          <cx:pt idx="1273">105.65</cx:pt>
          <cx:pt idx="1274">105.7</cx:pt>
          <cx:pt idx="1275">105.75</cx:pt>
          <cx:pt idx="1276">105.8</cx:pt>
          <cx:pt idx="1277">105.85</cx:pt>
          <cx:pt idx="1278">105.9</cx:pt>
          <cx:pt idx="1279">105.95</cx:pt>
          <cx:pt idx="1280">106</cx:pt>
          <cx:pt idx="1281">106.05</cx:pt>
          <cx:pt idx="1282">106.1</cx:pt>
          <cx:pt idx="1283">106.15</cx:pt>
          <cx:pt idx="1284">106.2</cx:pt>
          <cx:pt idx="1285">106.3</cx:pt>
          <cx:pt idx="1286">106.35</cx:pt>
          <cx:pt idx="1287">106.4</cx:pt>
          <cx:pt idx="1288">106.45</cx:pt>
          <cx:pt idx="1289">106.5</cx:pt>
          <cx:pt idx="1290">106.6</cx:pt>
          <cx:pt idx="1291">106.65</cx:pt>
          <cx:pt idx="1292">106.7</cx:pt>
          <cx:pt idx="1293">106.75</cx:pt>
          <cx:pt idx="1294">106.8</cx:pt>
          <cx:pt idx="1295">106.85</cx:pt>
          <cx:pt idx="1296">106.9</cx:pt>
          <cx:pt idx="1297">107</cx:pt>
          <cx:pt idx="1298">107.05</cx:pt>
          <cx:pt idx="1299">107.15</cx:pt>
          <cx:pt idx="1300">107.2</cx:pt>
          <cx:pt idx="1301">107.25</cx:pt>
          <cx:pt idx="1302">107.35</cx:pt>
          <cx:pt idx="1303">107.4</cx:pt>
          <cx:pt idx="1304">107.45</cx:pt>
          <cx:pt idx="1305">107.5</cx:pt>
          <cx:pt idx="1306">107.55</cx:pt>
          <cx:pt idx="1307">107.6</cx:pt>
          <cx:pt idx="1308">107.65</cx:pt>
          <cx:pt idx="1309">107.7</cx:pt>
          <cx:pt idx="1310">107.75</cx:pt>
          <cx:pt idx="1311">107.9</cx:pt>
          <cx:pt idx="1312">107.95</cx:pt>
          <cx:pt idx="1313">108</cx:pt>
          <cx:pt idx="1314">108.05</cx:pt>
          <cx:pt idx="1315">108.1</cx:pt>
          <cx:pt idx="1316">108.15</cx:pt>
          <cx:pt idx="1317">108.2</cx:pt>
          <cx:pt idx="1318">108.25</cx:pt>
          <cx:pt idx="1319">108.3</cx:pt>
          <cx:pt idx="1320">108.35</cx:pt>
          <cx:pt idx="1321">108.4</cx:pt>
          <cx:pt idx="1322">108.45</cx:pt>
          <cx:pt idx="1323">108.5</cx:pt>
          <cx:pt idx="1324">108.55</cx:pt>
          <cx:pt idx="1325">108.65</cx:pt>
          <cx:pt idx="1326">108.75</cx:pt>
          <cx:pt idx="1327">108.8</cx:pt>
          <cx:pt idx="1328">108.9</cx:pt>
          <cx:pt idx="1329">108.95</cx:pt>
          <cx:pt idx="1330">109</cx:pt>
          <cx:pt idx="1331">109.05</cx:pt>
          <cx:pt idx="1332">109.1</cx:pt>
          <cx:pt idx="1333">109.15</cx:pt>
          <cx:pt idx="1334">109.2</cx:pt>
          <cx:pt idx="1335">109.25</cx:pt>
          <cx:pt idx="1336">109.3</cx:pt>
          <cx:pt idx="1337">109.4</cx:pt>
          <cx:pt idx="1338">109.45</cx:pt>
          <cx:pt idx="1339">109.5</cx:pt>
          <cx:pt idx="1340">109.55</cx:pt>
          <cx:pt idx="1341">109.6</cx:pt>
          <cx:pt idx="1342">109.65</cx:pt>
          <cx:pt idx="1343">109.7</cx:pt>
          <cx:pt idx="1344">109.75</cx:pt>
          <cx:pt idx="1345">109.8</cx:pt>
          <cx:pt idx="1346">109.85</cx:pt>
          <cx:pt idx="1347">109.9</cx:pt>
          <cx:pt idx="1348">109.95</cx:pt>
          <cx:pt idx="1349">110</cx:pt>
          <cx:pt idx="1350">110.05</cx:pt>
          <cx:pt idx="1351">110.1</cx:pt>
          <cx:pt idx="1352">110.15</cx:pt>
          <cx:pt idx="1353">110.2</cx:pt>
          <cx:pt idx="1354">110.25</cx:pt>
          <cx:pt idx="1355">110.3</cx:pt>
          <cx:pt idx="1356">110.35</cx:pt>
          <cx:pt idx="1357">110.45</cx:pt>
          <cx:pt idx="1358">110.5</cx:pt>
          <cx:pt idx="1359">110.55</cx:pt>
          <cx:pt idx="1360">110.6</cx:pt>
          <cx:pt idx="1361">110.65</cx:pt>
          <cx:pt idx="1362">110.7</cx:pt>
          <cx:pt idx="1363">110.75</cx:pt>
          <cx:pt idx="1364">110.8</cx:pt>
          <cx:pt idx="1365">110.85</cx:pt>
          <cx:pt idx="1366">110.9</cx:pt>
          <cx:pt idx="1367">111.05</cx:pt>
          <cx:pt idx="1368">111.1</cx:pt>
          <cx:pt idx="1369">111.15</cx:pt>
          <cx:pt idx="1370">111.2</cx:pt>
          <cx:pt idx="1371">111.25</cx:pt>
          <cx:pt idx="1372">111.3</cx:pt>
          <cx:pt idx="1373">111.35</cx:pt>
          <cx:pt idx="1374">111.4</cx:pt>
          <cx:pt idx="1375">111.45</cx:pt>
          <cx:pt idx="1376">111.5</cx:pt>
          <cx:pt idx="1377">111.55</cx:pt>
          <cx:pt idx="1378">111.6</cx:pt>
          <cx:pt idx="1379">111.65</cx:pt>
          <cx:pt idx="1380">111.75</cx:pt>
          <cx:pt idx="1381">111.8</cx:pt>
          <cx:pt idx="1382">111.9</cx:pt>
          <cx:pt idx="1383">111.95</cx:pt>
          <cx:pt idx="1384">112.1</cx:pt>
          <cx:pt idx="1385">112.2</cx:pt>
          <cx:pt idx="1386">112.25</cx:pt>
          <cx:pt idx="1387">112.35</cx:pt>
          <cx:pt idx="1388">112.4</cx:pt>
          <cx:pt idx="1389">112.55</cx:pt>
          <cx:pt idx="1390">112.6</cx:pt>
          <cx:pt idx="1391">112.75</cx:pt>
          <cx:pt idx="1392">112.9</cx:pt>
          <cx:pt idx="1393">112.95</cx:pt>
          <cx:pt idx="1394">113</cx:pt>
          <cx:pt idx="1395">113.05</cx:pt>
          <cx:pt idx="1396">113.1</cx:pt>
          <cx:pt idx="1397">113.15</cx:pt>
          <cx:pt idx="1398">113.2</cx:pt>
          <cx:pt idx="1399">113.25</cx:pt>
          <cx:pt idx="1400">113.3</cx:pt>
          <cx:pt idx="1401">113.35</cx:pt>
          <cx:pt idx="1402">113.4</cx:pt>
          <cx:pt idx="1403">113.45</cx:pt>
          <cx:pt idx="1404">113.6</cx:pt>
          <cx:pt idx="1405">113.65</cx:pt>
          <cx:pt idx="1406">113.75</cx:pt>
          <cx:pt idx="1407">113.8</cx:pt>
          <cx:pt idx="1408">113.95</cx:pt>
          <cx:pt idx="1409">114</cx:pt>
          <cx:pt idx="1410">114.05</cx:pt>
          <cx:pt idx="1411">114.1</cx:pt>
          <cx:pt idx="1412">114.3</cx:pt>
          <cx:pt idx="1413">114.35</cx:pt>
          <cx:pt idx="1414">114.45</cx:pt>
          <cx:pt idx="1415">114.5</cx:pt>
          <cx:pt idx="1416">114.55</cx:pt>
          <cx:pt idx="1417">114.6</cx:pt>
          <cx:pt idx="1418">114.65</cx:pt>
          <cx:pt idx="1419">114.7</cx:pt>
          <cx:pt idx="1420">114.75</cx:pt>
          <cx:pt idx="1421">114.85</cx:pt>
          <cx:pt idx="1422">114.9</cx:pt>
          <cx:pt idx="1423">114.95</cx:pt>
          <cx:pt idx="1424">115</cx:pt>
          <cx:pt idx="1425">115.05</cx:pt>
          <cx:pt idx="1426">115.1</cx:pt>
          <cx:pt idx="1427">115.15</cx:pt>
          <cx:pt idx="1428">115.25</cx:pt>
          <cx:pt idx="1429">115.5</cx:pt>
          <cx:pt idx="1430">115.55</cx:pt>
          <cx:pt idx="1431">115.6</cx:pt>
          <cx:pt idx="1432">115.65</cx:pt>
          <cx:pt idx="1433">115.75</cx:pt>
          <cx:pt idx="1434">115.8</cx:pt>
          <cx:pt idx="1435">115.85</cx:pt>
          <cx:pt idx="1436">116</cx:pt>
          <cx:pt idx="1437">116.05</cx:pt>
          <cx:pt idx="1438">116.1</cx:pt>
          <cx:pt idx="1439">116.15</cx:pt>
          <cx:pt idx="1440">116.25</cx:pt>
          <cx:pt idx="1441">116.3</cx:pt>
          <cx:pt idx="1442">116.4</cx:pt>
          <cx:pt idx="1443">116.45</cx:pt>
          <cx:pt idx="1444">116.5</cx:pt>
          <cx:pt idx="1445">116.55</cx:pt>
          <cx:pt idx="1446">116.6</cx:pt>
          <cx:pt idx="1447">116.75</cx:pt>
          <cx:pt idx="1448">116.8</cx:pt>
          <cx:pt idx="1449">116.85</cx:pt>
          <cx:pt idx="1450">116.95</cx:pt>
          <cx:pt idx="1451">117.15</cx:pt>
          <cx:pt idx="1452">117.2</cx:pt>
          <cx:pt idx="1453">117.35</cx:pt>
          <cx:pt idx="1454">117.5</cx:pt>
          <cx:pt idx="1455">117.6</cx:pt>
          <cx:pt idx="1456">118.2</cx:pt>
          <cx:pt idx="1457">118.6</cx:pt>
          <cx:pt idx="1458">118.65</cx:pt>
          <cx:pt idx="1459">118.75</cx:pt>
          <cx:pt idx="1460">18.85</cx:pt>
          <cx:pt idx="1461">18.95</cx:pt>
          <cx:pt idx="1462">19</cx:pt>
          <cx:pt idx="1463">19.1</cx:pt>
          <cx:pt idx="1464">19.25</cx:pt>
          <cx:pt idx="1465">19.3</cx:pt>
          <cx:pt idx="1466">19.35</cx:pt>
          <cx:pt idx="1467">19.4</cx:pt>
          <cx:pt idx="1468">19.45</cx:pt>
          <cx:pt idx="1469">19.5</cx:pt>
          <cx:pt idx="1470">19.55</cx:pt>
          <cx:pt idx="1471">19.6</cx:pt>
          <cx:pt idx="1472">19.65</cx:pt>
          <cx:pt idx="1473">19.7</cx:pt>
          <cx:pt idx="1474">19.75</cx:pt>
          <cx:pt idx="1475">19.8</cx:pt>
          <cx:pt idx="1476">19.85</cx:pt>
          <cx:pt idx="1477">19.9</cx:pt>
          <cx:pt idx="1478">19.95</cx:pt>
          <cx:pt idx="1479">20</cx:pt>
          <cx:pt idx="1480">20.05</cx:pt>
          <cx:pt idx="1481">20.1</cx:pt>
          <cx:pt idx="1482">20.15</cx:pt>
          <cx:pt idx="1483">20.2</cx:pt>
          <cx:pt idx="1484">20.25</cx:pt>
          <cx:pt idx="1485">20.3</cx:pt>
          <cx:pt idx="1486">20.35</cx:pt>
          <cx:pt idx="1487">20.4</cx:pt>
          <cx:pt idx="1488">20.5</cx:pt>
          <cx:pt idx="1489">20.55</cx:pt>
          <cx:pt idx="1490">20.6</cx:pt>
          <cx:pt idx="1491">20.65</cx:pt>
          <cx:pt idx="1492">20.8</cx:pt>
          <cx:pt idx="1493">20.85</cx:pt>
          <cx:pt idx="1494">20.9</cx:pt>
          <cx:pt idx="1495">20.95</cx:pt>
          <cx:pt idx="1496">21</cx:pt>
          <cx:pt idx="1497">21.05</cx:pt>
          <cx:pt idx="1498">23.15</cx:pt>
          <cx:pt idx="1499">23.45</cx:pt>
          <cx:pt idx="1500">23.9</cx:pt>
          <cx:pt idx="1501">24.05</cx:pt>
          <cx:pt idx="1502">24.1</cx:pt>
          <cx:pt idx="1503">24.25</cx:pt>
          <cx:pt idx="1504">24.35</cx:pt>
          <cx:pt idx="1505">24.4</cx:pt>
          <cx:pt idx="1506">24.45</cx:pt>
          <cx:pt idx="1507">24.5</cx:pt>
          <cx:pt idx="1508">24.6</cx:pt>
          <cx:pt idx="1509">24.75</cx:pt>
          <cx:pt idx="1510">24.8</cx:pt>
          <cx:pt idx="1511">24.9</cx:pt>
          <cx:pt idx="1512">24.95</cx:pt>
          <cx:pt idx="1513">25.05</cx:pt>
          <cx:pt idx="1514">25.1</cx:pt>
          <cx:pt idx="1515">25.15</cx:pt>
          <cx:pt idx="1516">25.2</cx:pt>
          <cx:pt idx="1517">25.25</cx:pt>
          <cx:pt idx="1518">25.3</cx:pt>
          <cx:pt idx="1519">25.4</cx:pt>
          <cx:pt idx="1520">25.5</cx:pt>
          <cx:pt idx="1521">25.7</cx:pt>
          <cx:pt idx="1522">25.8</cx:pt>
          <cx:pt idx="1523">25.9</cx:pt>
          <cx:pt idx="1524">28.45</cx:pt>
          <cx:pt idx="1525">28.6</cx:pt>
          <cx:pt idx="1526">29.2</cx:pt>
          <cx:pt idx="1527">29.4</cx:pt>
          <cx:pt idx="1528">29.5</cx:pt>
          <cx:pt idx="1529">29.6</cx:pt>
          <cx:pt idx="1530">29.65</cx:pt>
          <cx:pt idx="1531">29.7</cx:pt>
          <cx:pt idx="1532">29.85</cx:pt>
          <cx:pt idx="1533">29.95</cx:pt>
          <cx:pt idx="1534">30.1</cx:pt>
          <cx:pt idx="1535">30.2</cx:pt>
          <cx:pt idx="1536">30.3</cx:pt>
          <cx:pt idx="1537">30.35</cx:pt>
          <cx:pt idx="1538">30.4</cx:pt>
          <cx:pt idx="1539">30.45</cx:pt>
          <cx:pt idx="1540">30.5</cx:pt>
          <cx:pt idx="1541">30.6</cx:pt>
          <cx:pt idx="1542">30.75</cx:pt>
          <cx:pt idx="1543">30.9</cx:pt>
          <cx:pt idx="1544">31</cx:pt>
          <cx:pt idx="1545">31.05</cx:pt>
          <cx:pt idx="1546">31.35</cx:pt>
          <cx:pt idx="1547">33.5</cx:pt>
          <cx:pt idx="1548">33.55</cx:pt>
          <cx:pt idx="1549">33.65</cx:pt>
          <cx:pt idx="1550">33.9</cx:pt>
          <cx:pt idx="1551">34</cx:pt>
          <cx:pt idx="1552">34.25</cx:pt>
          <cx:pt idx="1553">34.5</cx:pt>
          <cx:pt idx="1554">34.7</cx:pt>
          <cx:pt idx="1555">35</cx:pt>
          <cx:pt idx="1556">35.05</cx:pt>
          <cx:pt idx="1557">35.1</cx:pt>
          <cx:pt idx="1558">35.15</cx:pt>
          <cx:pt idx="1559">35.2</cx:pt>
          <cx:pt idx="1560">35.25</cx:pt>
          <cx:pt idx="1561">35.4</cx:pt>
          <cx:pt idx="1562">35.45</cx:pt>
          <cx:pt idx="1563">35.55</cx:pt>
          <cx:pt idx="1564">35.75</cx:pt>
          <cx:pt idx="1565">35.9</cx:pt>
          <cx:pt idx="1566">36.45</cx:pt>
          <cx:pt idx="1567">36.5</cx:pt>
          <cx:pt idx="1568">36.85</cx:pt>
          <cx:pt idx="1569">39</cx:pt>
          <cx:pt idx="1570">39.05</cx:pt>
          <cx:pt idx="1571">39.1</cx:pt>
          <cx:pt idx="1572">39.3</cx:pt>
          <cx:pt idx="1573">39.5</cx:pt>
          <cx:pt idx="1574">39.65</cx:pt>
          <cx:pt idx="1575">40</cx:pt>
          <cx:pt idx="1576">40.05</cx:pt>
          <cx:pt idx="1577">40.1</cx:pt>
          <cx:pt idx="1578">40.15</cx:pt>
          <cx:pt idx="1579">40.2</cx:pt>
          <cx:pt idx="1580">40.3</cx:pt>
          <cx:pt idx="1581">40.4</cx:pt>
          <cx:pt idx="1582">40.65</cx:pt>
          <cx:pt idx="1583">41.05</cx:pt>
          <cx:pt idx="1584">41.15</cx:pt>
          <cx:pt idx="1585">41.6</cx:pt>
          <cx:pt idx="1586">41.9</cx:pt>
          <cx:pt idx="1587">42.35</cx:pt>
          <cx:pt idx="1588">42.6</cx:pt>
          <cx:pt idx="1589">42.9</cx:pt>
          <cx:pt idx="1590">43.25</cx:pt>
          <cx:pt idx="1591">43.3</cx:pt>
          <cx:pt idx="1592">43.65</cx:pt>
          <cx:pt idx="1593">43.75</cx:pt>
          <cx:pt idx="1594">43.95</cx:pt>
          <cx:pt idx="1595">44.05</cx:pt>
          <cx:pt idx="1596">44.1</cx:pt>
          <cx:pt idx="1597">44.15</cx:pt>
          <cx:pt idx="1598">44.2</cx:pt>
          <cx:pt idx="1599">44.3</cx:pt>
          <cx:pt idx="1600">44.35</cx:pt>
          <cx:pt idx="1601">44.4</cx:pt>
          <cx:pt idx="1602">44.45</cx:pt>
          <cx:pt idx="1603">44.55</cx:pt>
          <cx:pt idx="1604">44.6</cx:pt>
          <cx:pt idx="1605">44.65</cx:pt>
          <cx:pt idx="1606">44.7</cx:pt>
          <cx:pt idx="1607">44.75</cx:pt>
          <cx:pt idx="1608">44.85</cx:pt>
          <cx:pt idx="1609">44.9</cx:pt>
          <cx:pt idx="1610">44.95</cx:pt>
          <cx:pt idx="1611">45</cx:pt>
          <cx:pt idx="1612">45.05</cx:pt>
          <cx:pt idx="1613">45.1</cx:pt>
          <cx:pt idx="1614">45.15</cx:pt>
          <cx:pt idx="1615">45.25</cx:pt>
          <cx:pt idx="1616">45.3</cx:pt>
          <cx:pt idx="1617">45.35</cx:pt>
          <cx:pt idx="1618">45.4</cx:pt>
          <cx:pt idx="1619">45.55</cx:pt>
          <cx:pt idx="1620">45.6</cx:pt>
          <cx:pt idx="1621">45.65</cx:pt>
          <cx:pt idx="1622">45.7</cx:pt>
          <cx:pt idx="1623">45.75</cx:pt>
          <cx:pt idx="1624">45.8</cx:pt>
          <cx:pt idx="1625">45.85</cx:pt>
          <cx:pt idx="1626">45.95</cx:pt>
          <cx:pt idx="1627">46</cx:pt>
          <cx:pt idx="1628">46.05</cx:pt>
          <cx:pt idx="1629">46.2</cx:pt>
          <cx:pt idx="1630">46.3</cx:pt>
          <cx:pt idx="1631">46.35</cx:pt>
          <cx:pt idx="1632">47.15</cx:pt>
          <cx:pt idx="1633">47.8</cx:pt>
          <cx:pt idx="1634">47.85</cx:pt>
          <cx:pt idx="1635">47.95</cx:pt>
          <cx:pt idx="1636">48.35</cx:pt>
          <cx:pt idx="1637">48.55</cx:pt>
          <cx:pt idx="1638">48.6</cx:pt>
          <cx:pt idx="1639">48.7</cx:pt>
          <cx:pt idx="1640">48.75</cx:pt>
          <cx:pt idx="1641">48.8</cx:pt>
          <cx:pt idx="1642">48.95</cx:pt>
          <cx:pt idx="1643">49.05</cx:pt>
          <cx:pt idx="1644">49.1</cx:pt>
          <cx:pt idx="1645">49.15</cx:pt>
          <cx:pt idx="1646">49.2</cx:pt>
          <cx:pt idx="1647">49.25</cx:pt>
          <cx:pt idx="1648">49.35</cx:pt>
          <cx:pt idx="1649">49.4</cx:pt>
          <cx:pt idx="1650">49.55</cx:pt>
          <cx:pt idx="1651">49.6</cx:pt>
          <cx:pt idx="1652">49.65</cx:pt>
          <cx:pt idx="1653">49.75</cx:pt>
          <cx:pt idx="1654">49.85</cx:pt>
          <cx:pt idx="1655">49.9</cx:pt>
          <cx:pt idx="1656">49.95</cx:pt>
          <cx:pt idx="1657">50.05</cx:pt>
          <cx:pt idx="1658">50.1</cx:pt>
          <cx:pt idx="1659">50.15</cx:pt>
          <cx:pt idx="1660">50.25</cx:pt>
          <cx:pt idx="1661">50.35</cx:pt>
          <cx:pt idx="1662">50.4</cx:pt>
          <cx:pt idx="1663">50.45</cx:pt>
          <cx:pt idx="1664">50.5</cx:pt>
          <cx:pt idx="1665">50.55</cx:pt>
          <cx:pt idx="1666">50.6</cx:pt>
          <cx:pt idx="1667">50.65</cx:pt>
          <cx:pt idx="1668">50.7</cx:pt>
          <cx:pt idx="1669">50.75</cx:pt>
          <cx:pt idx="1670">50.8</cx:pt>
          <cx:pt idx="1671">50.85</cx:pt>
          <cx:pt idx="1672">50.9</cx:pt>
          <cx:pt idx="1673">51</cx:pt>
          <cx:pt idx="1674">51.05</cx:pt>
          <cx:pt idx="1675">51.2</cx:pt>
          <cx:pt idx="1676">51.25</cx:pt>
          <cx:pt idx="1677">51.5</cx:pt>
          <cx:pt idx="1678">51.55</cx:pt>
          <cx:pt idx="1679">51.75</cx:pt>
          <cx:pt idx="1680">51.8</cx:pt>
          <cx:pt idx="1681">52.2</cx:pt>
          <cx:pt idx="1682">53.4</cx:pt>
          <cx:pt idx="1683">53.5</cx:pt>
          <cx:pt idx="1684">53.55</cx:pt>
          <cx:pt idx="1685">53.65</cx:pt>
          <cx:pt idx="1686">53.75</cx:pt>
          <cx:pt idx="1687">53.85</cx:pt>
          <cx:pt idx="1688">53.9</cx:pt>
          <cx:pt idx="1689">53.95</cx:pt>
          <cx:pt idx="1690">54.15</cx:pt>
          <cx:pt idx="1691">54.2</cx:pt>
          <cx:pt idx="1692">54.3</cx:pt>
          <cx:pt idx="1693">54.35</cx:pt>
          <cx:pt idx="1694">54.4</cx:pt>
          <cx:pt idx="1695">54.45</cx:pt>
          <cx:pt idx="1696">54.55</cx:pt>
          <cx:pt idx="1697">54.7</cx:pt>
          <cx:pt idx="1698">54.75</cx:pt>
          <cx:pt idx="1699">54.85</cx:pt>
          <cx:pt idx="1700">54.9</cx:pt>
          <cx:pt idx="1701">55</cx:pt>
          <cx:pt idx="1702">55.05</cx:pt>
          <cx:pt idx="1703">55.1</cx:pt>
          <cx:pt idx="1704">55.15</cx:pt>
          <cx:pt idx="1705">55.2</cx:pt>
          <cx:pt idx="1706">55.25</cx:pt>
          <cx:pt idx="1707">55.3</cx:pt>
          <cx:pt idx="1708">55.35</cx:pt>
          <cx:pt idx="1709">55.4</cx:pt>
          <cx:pt idx="1710">55.55</cx:pt>
          <cx:pt idx="1711">55.65</cx:pt>
          <cx:pt idx="1712">55.7</cx:pt>
          <cx:pt idx="1713">55.8</cx:pt>
          <cx:pt idx="1714">55.85</cx:pt>
          <cx:pt idx="1715">55.9</cx:pt>
          <cx:pt idx="1716">55.95</cx:pt>
          <cx:pt idx="1717">56.15</cx:pt>
          <cx:pt idx="1718">56.25</cx:pt>
          <cx:pt idx="1719">56.5</cx:pt>
          <cx:pt idx="1720">56.65</cx:pt>
          <cx:pt idx="1721">56.7</cx:pt>
          <cx:pt idx="1722">57.15</cx:pt>
          <cx:pt idx="1723">57.45</cx:pt>
          <cx:pt idx="1724">57.55</cx:pt>
          <cx:pt idx="1725">58.5</cx:pt>
          <cx:pt idx="1726">58.6</cx:pt>
          <cx:pt idx="1727">59</cx:pt>
          <cx:pt idx="1728">59.2</cx:pt>
          <cx:pt idx="1729">59.3</cx:pt>
          <cx:pt idx="1730">59.4</cx:pt>
          <cx:pt idx="1731">59.45</cx:pt>
          <cx:pt idx="1732">59.5</cx:pt>
          <cx:pt idx="1733">59.75</cx:pt>
          <cx:pt idx="1734">59.8</cx:pt>
          <cx:pt idx="1735">59.85</cx:pt>
          <cx:pt idx="1736">59.9</cx:pt>
          <cx:pt idx="1737">60</cx:pt>
          <cx:pt idx="1738">60.05</cx:pt>
          <cx:pt idx="1739">60.1</cx:pt>
          <cx:pt idx="1740">60.15</cx:pt>
          <cx:pt idx="1741">60.3</cx:pt>
          <cx:pt idx="1742">60.35</cx:pt>
          <cx:pt idx="1743">60.4</cx:pt>
          <cx:pt idx="1744">60.45</cx:pt>
          <cx:pt idx="1745">61.15</cx:pt>
          <cx:pt idx="1746">61.45</cx:pt>
          <cx:pt idx="1747">61.6</cx:pt>
          <cx:pt idx="1748">61.65</cx:pt>
          <cx:pt idx="1749">62.05</cx:pt>
          <cx:pt idx="1750">62.3</cx:pt>
          <cx:pt idx="1751">62.65</cx:pt>
          <cx:pt idx="1752">62.7</cx:pt>
          <cx:pt idx="1753">63.6</cx:pt>
          <cx:pt idx="1754">64.4</cx:pt>
          <cx:pt idx="1755">64.65</cx:pt>
          <cx:pt idx="1756">64.7</cx:pt>
          <cx:pt idx="1757">64.75</cx:pt>
          <cx:pt idx="1758">65</cx:pt>
          <cx:pt idx="1759">65.2</cx:pt>
          <cx:pt idx="1760">65.25</cx:pt>
          <cx:pt idx="1761">65.3</cx:pt>
          <cx:pt idx="1762">65.4</cx:pt>
          <cx:pt idx="1763">65.45</cx:pt>
          <cx:pt idx="1764">65.7</cx:pt>
          <cx:pt idx="1765">66.25</cx:pt>
          <cx:pt idx="1766">66.35</cx:pt>
          <cx:pt idx="1767">66.4</cx:pt>
          <cx:pt idx="1768">66.5</cx:pt>
          <cx:pt idx="1769">67.5</cx:pt>
          <cx:pt idx="1770">67.75</cx:pt>
          <cx:pt idx="1771">67.95</cx:pt>
          <cx:pt idx="1772">68.25</cx:pt>
          <cx:pt idx="1773">68.5</cx:pt>
          <cx:pt idx="1774">68.65</cx:pt>
          <cx:pt idx="1775">68.85</cx:pt>
          <cx:pt idx="1776">68.95</cx:pt>
          <cx:pt idx="1777">69</cx:pt>
          <cx:pt idx="1778">69.05</cx:pt>
          <cx:pt idx="1779">69.1</cx:pt>
          <cx:pt idx="1780">69.15</cx:pt>
          <cx:pt idx="1781">69.2</cx:pt>
          <cx:pt idx="1782">69.25</cx:pt>
          <cx:pt idx="1783">69.35</cx:pt>
          <cx:pt idx="1784">69.4</cx:pt>
          <cx:pt idx="1785">69.5</cx:pt>
          <cx:pt idx="1786">69.55</cx:pt>
          <cx:pt idx="1787">69.6</cx:pt>
          <cx:pt idx="1788">69.65</cx:pt>
          <cx:pt idx="1789">69.7</cx:pt>
          <cx:pt idx="1790">69.75</cx:pt>
          <cx:pt idx="1791">69.8</cx:pt>
          <cx:pt idx="1792">69.85</cx:pt>
          <cx:pt idx="1793">69.9</cx:pt>
          <cx:pt idx="1794">69.95</cx:pt>
          <cx:pt idx="1795">70</cx:pt>
          <cx:pt idx="1796">70.05</cx:pt>
          <cx:pt idx="1797">70.1</cx:pt>
          <cx:pt idx="1798">70.15</cx:pt>
          <cx:pt idx="1799">70.2</cx:pt>
          <cx:pt idx="1800">70.25</cx:pt>
          <cx:pt idx="1801">70.3</cx:pt>
          <cx:pt idx="1802">70.35</cx:pt>
          <cx:pt idx="1803">70.4</cx:pt>
          <cx:pt idx="1804">70.45</cx:pt>
          <cx:pt idx="1805">70.5</cx:pt>
          <cx:pt idx="1806">70.55</cx:pt>
          <cx:pt idx="1807">70.6</cx:pt>
          <cx:pt idx="1808">70.65</cx:pt>
          <cx:pt idx="1809">70.7</cx:pt>
          <cx:pt idx="1810">70.75</cx:pt>
          <cx:pt idx="1811">70.8</cx:pt>
          <cx:pt idx="1812">70.85</cx:pt>
          <cx:pt idx="1813">70.9</cx:pt>
          <cx:pt idx="1814">70.95</cx:pt>
          <cx:pt idx="1815">71</cx:pt>
          <cx:pt idx="1816">71.05</cx:pt>
          <cx:pt idx="1817">71.1</cx:pt>
          <cx:pt idx="1818">71.15</cx:pt>
          <cx:pt idx="1819">71.3</cx:pt>
          <cx:pt idx="1820">71.35</cx:pt>
          <cx:pt idx="1821">71.55</cx:pt>
          <cx:pt idx="1822">71.65</cx:pt>
          <cx:pt idx="1823">71.8</cx:pt>
          <cx:pt idx="1824">72.15</cx:pt>
          <cx:pt idx="1825">72.2</cx:pt>
          <cx:pt idx="1826">72.25</cx:pt>
          <cx:pt idx="1827">72.45</cx:pt>
          <cx:pt idx="1828">72.65</cx:pt>
          <cx:pt idx="1829">72.85</cx:pt>
          <cx:pt idx="1830">72.9</cx:pt>
          <cx:pt idx="1831">73</cx:pt>
          <cx:pt idx="1832">73.2</cx:pt>
          <cx:pt idx="1833">73.25</cx:pt>
          <cx:pt idx="1834">73.5</cx:pt>
          <cx:pt idx="1835">73.55</cx:pt>
          <cx:pt idx="1836">73.6</cx:pt>
          <cx:pt idx="1837">73.65</cx:pt>
          <cx:pt idx="1838">73.75</cx:pt>
          <cx:pt idx="1839">73.85</cx:pt>
          <cx:pt idx="1840">73.9</cx:pt>
          <cx:pt idx="1841">73.95</cx:pt>
          <cx:pt idx="1842">74.05</cx:pt>
          <cx:pt idx="1843">74.1</cx:pt>
          <cx:pt idx="1844">74.15</cx:pt>
          <cx:pt idx="1845">74.2</cx:pt>
          <cx:pt idx="1846">74.25</cx:pt>
          <cx:pt idx="1847">74.3</cx:pt>
          <cx:pt idx="1848">74.35</cx:pt>
          <cx:pt idx="1849">74.4</cx:pt>
          <cx:pt idx="1850">74.45</cx:pt>
          <cx:pt idx="1851">74.5</cx:pt>
          <cx:pt idx="1852">74.55</cx:pt>
          <cx:pt idx="1853">74.6</cx:pt>
          <cx:pt idx="1854">74.65</cx:pt>
          <cx:pt idx="1855">74.7</cx:pt>
          <cx:pt idx="1856">74.75</cx:pt>
          <cx:pt idx="1857">74.8</cx:pt>
          <cx:pt idx="1858">74.85</cx:pt>
          <cx:pt idx="1859">74.9</cx:pt>
          <cx:pt idx="1860">74.95</cx:pt>
          <cx:pt idx="1861">75</cx:pt>
          <cx:pt idx="1862">75.05</cx:pt>
          <cx:pt idx="1863">75.1</cx:pt>
          <cx:pt idx="1864">75.15</cx:pt>
          <cx:pt idx="1865">75.2</cx:pt>
          <cx:pt idx="1866">75.25</cx:pt>
          <cx:pt idx="1867">75.3</cx:pt>
          <cx:pt idx="1868">75.35</cx:pt>
          <cx:pt idx="1869">75.4</cx:pt>
          <cx:pt idx="1870">75.45</cx:pt>
          <cx:pt idx="1871">75.5</cx:pt>
          <cx:pt idx="1872">75.55</cx:pt>
          <cx:pt idx="1873">75.6</cx:pt>
          <cx:pt idx="1874">75.65</cx:pt>
          <cx:pt idx="1875">75.7</cx:pt>
          <cx:pt idx="1876">75.75</cx:pt>
          <cx:pt idx="1877">75.8</cx:pt>
          <cx:pt idx="1878">75.85</cx:pt>
          <cx:pt idx="1879">75.9</cx:pt>
          <cx:pt idx="1880">76</cx:pt>
          <cx:pt idx="1881">76.05</cx:pt>
          <cx:pt idx="1882">76.1</cx:pt>
          <cx:pt idx="1883">76.2</cx:pt>
          <cx:pt idx="1884">76.25</cx:pt>
          <cx:pt idx="1885">76.35</cx:pt>
          <cx:pt idx="1886">76.4</cx:pt>
          <cx:pt idx="1887">76.45</cx:pt>
          <cx:pt idx="1888">76.5</cx:pt>
          <cx:pt idx="1889">76.65</cx:pt>
          <cx:pt idx="1890">76.95</cx:pt>
          <cx:pt idx="1891">77</cx:pt>
          <cx:pt idx="1892">77.15</cx:pt>
          <cx:pt idx="1893">77.5</cx:pt>
          <cx:pt idx="1894">77.65</cx:pt>
          <cx:pt idx="1895">77.75</cx:pt>
          <cx:pt idx="1896">77.85</cx:pt>
          <cx:pt idx="1897">77.95</cx:pt>
          <cx:pt idx="1898">78.05</cx:pt>
          <cx:pt idx="1899">78.1</cx:pt>
          <cx:pt idx="1900">78.25</cx:pt>
          <cx:pt idx="1901">78.3</cx:pt>
          <cx:pt idx="1902">78.45</cx:pt>
          <cx:pt idx="1903">78.5</cx:pt>
          <cx:pt idx="1904">78.55</cx:pt>
          <cx:pt idx="1905">78.6</cx:pt>
          <cx:pt idx="1906">78.65</cx:pt>
          <cx:pt idx="1907">78.75</cx:pt>
          <cx:pt idx="1908">78.8</cx:pt>
          <cx:pt idx="1909">78.85</cx:pt>
          <cx:pt idx="1910">78.9</cx:pt>
          <cx:pt idx="1911">78.95</cx:pt>
          <cx:pt idx="1912">79</cx:pt>
          <cx:pt idx="1913">79.05</cx:pt>
          <cx:pt idx="1914">79.1</cx:pt>
          <cx:pt idx="1915">79.15</cx:pt>
          <cx:pt idx="1916">79.2</cx:pt>
          <cx:pt idx="1917">79.25</cx:pt>
          <cx:pt idx="1918">79.3</cx:pt>
          <cx:pt idx="1919">79.35</cx:pt>
          <cx:pt idx="1920">79.4</cx:pt>
          <cx:pt idx="1921">79.45</cx:pt>
          <cx:pt idx="1922">79.5</cx:pt>
          <cx:pt idx="1923">79.55</cx:pt>
          <cx:pt idx="1924">79.6</cx:pt>
          <cx:pt idx="1925">79.65</cx:pt>
          <cx:pt idx="1926">79.7</cx:pt>
          <cx:pt idx="1927">79.75</cx:pt>
          <cx:pt idx="1928">79.8</cx:pt>
          <cx:pt idx="1929">79.85</cx:pt>
          <cx:pt idx="1930">79.9</cx:pt>
          <cx:pt idx="1931">79.95</cx:pt>
          <cx:pt idx="1932">80</cx:pt>
          <cx:pt idx="1933">80.05</cx:pt>
          <cx:pt idx="1934">80.1</cx:pt>
          <cx:pt idx="1935">80.15</cx:pt>
          <cx:pt idx="1936">80.2</cx:pt>
          <cx:pt idx="1937">80.25</cx:pt>
          <cx:pt idx="1938">80.3</cx:pt>
          <cx:pt idx="1939">80.35</cx:pt>
          <cx:pt idx="1940">80.4</cx:pt>
          <cx:pt idx="1941">80.45</cx:pt>
          <cx:pt idx="1942">80.5</cx:pt>
          <cx:pt idx="1943">80.55</cx:pt>
          <cx:pt idx="1944">80.6</cx:pt>
          <cx:pt idx="1945">80.65</cx:pt>
          <cx:pt idx="1946">80.7</cx:pt>
          <cx:pt idx="1947">80.75</cx:pt>
          <cx:pt idx="1948">80.8</cx:pt>
          <cx:pt idx="1949">80.85</cx:pt>
          <cx:pt idx="1950">80.95</cx:pt>
          <cx:pt idx="1951">81</cx:pt>
          <cx:pt idx="1952">81.05</cx:pt>
          <cx:pt idx="1953">81.1</cx:pt>
          <cx:pt idx="1954">81.15</cx:pt>
          <cx:pt idx="1955">81.25</cx:pt>
          <cx:pt idx="1956">81.3</cx:pt>
          <cx:pt idx="1957">81.35</cx:pt>
          <cx:pt idx="1958">81.45</cx:pt>
          <cx:pt idx="1959">81.5</cx:pt>
          <cx:pt idx="1960">81.7</cx:pt>
          <cx:pt idx="1961">81.95</cx:pt>
          <cx:pt idx="1962">82</cx:pt>
          <cx:pt idx="1963">82.05</cx:pt>
          <cx:pt idx="1964">82.3</cx:pt>
          <cx:pt idx="1965">82.35</cx:pt>
          <cx:pt idx="1966">82.4</cx:pt>
          <cx:pt idx="1967">82.45</cx:pt>
          <cx:pt idx="1968">82.85</cx:pt>
          <cx:pt idx="1969">83</cx:pt>
          <cx:pt idx="1970">83.05</cx:pt>
          <cx:pt idx="1971">83.15</cx:pt>
          <cx:pt idx="1972">83.2</cx:pt>
          <cx:pt idx="1973">83.3</cx:pt>
          <cx:pt idx="1974">83.35</cx:pt>
          <cx:pt idx="1975">83.55</cx:pt>
          <cx:pt idx="1976">83.6</cx:pt>
          <cx:pt idx="1977">83.65</cx:pt>
          <cx:pt idx="1978">83.75</cx:pt>
          <cx:pt idx="1979">83.8</cx:pt>
          <cx:pt idx="1980">83.85</cx:pt>
          <cx:pt idx="1981">83.9</cx:pt>
          <cx:pt idx="1982">83.95</cx:pt>
          <cx:pt idx="1983">84</cx:pt>
          <cx:pt idx="1984">84.05</cx:pt>
          <cx:pt idx="1985">84.1</cx:pt>
          <cx:pt idx="1986">84.15</cx:pt>
          <cx:pt idx="1987">84.2</cx:pt>
          <cx:pt idx="1988">84.25</cx:pt>
          <cx:pt idx="1989">84.3</cx:pt>
          <cx:pt idx="1990">84.35</cx:pt>
          <cx:pt idx="1991">84.4</cx:pt>
          <cx:pt idx="1992">84.45</cx:pt>
          <cx:pt idx="1993">84.5</cx:pt>
          <cx:pt idx="1994">84.55</cx:pt>
          <cx:pt idx="1995">84.6</cx:pt>
          <cx:pt idx="1996">84.65</cx:pt>
          <cx:pt idx="1997">84.7</cx:pt>
          <cx:pt idx="1998">84.75</cx:pt>
          <cx:pt idx="1999">84.8</cx:pt>
          <cx:pt idx="2000">84.85</cx:pt>
          <cx:pt idx="2001">84.9</cx:pt>
          <cx:pt idx="2002">84.95</cx:pt>
          <cx:pt idx="2003">85</cx:pt>
          <cx:pt idx="2004">85.05</cx:pt>
          <cx:pt idx="2005">85.1</cx:pt>
          <cx:pt idx="2006">85.15</cx:pt>
          <cx:pt idx="2007">85.2</cx:pt>
          <cx:pt idx="2008">85.25</cx:pt>
          <cx:pt idx="2009">85.3</cx:pt>
          <cx:pt idx="2010">85.35</cx:pt>
          <cx:pt idx="2011">85.4</cx:pt>
          <cx:pt idx="2012">85.45</cx:pt>
          <cx:pt idx="2013">85.5</cx:pt>
          <cx:pt idx="2014">85.55</cx:pt>
          <cx:pt idx="2015">85.6</cx:pt>
          <cx:pt idx="2016">85.65</cx:pt>
          <cx:pt idx="2017">85.7</cx:pt>
          <cx:pt idx="2018">85.75</cx:pt>
          <cx:pt idx="2019">85.8</cx:pt>
          <cx:pt idx="2020">85.85</cx:pt>
          <cx:pt idx="2021">85.9</cx:pt>
          <cx:pt idx="2022">85.95</cx:pt>
          <cx:pt idx="2023">86</cx:pt>
          <cx:pt idx="2024">86.05</cx:pt>
          <cx:pt idx="2025">86.1</cx:pt>
          <cx:pt idx="2026">86.15</cx:pt>
          <cx:pt idx="2027">86.2</cx:pt>
          <cx:pt idx="2028">86.25</cx:pt>
          <cx:pt idx="2029">86.3</cx:pt>
          <cx:pt idx="2030">86.45</cx:pt>
          <cx:pt idx="2031">86.5</cx:pt>
          <cx:pt idx="2032">86.55</cx:pt>
          <cx:pt idx="2033">86.6</cx:pt>
          <cx:pt idx="2034">86.65</cx:pt>
          <cx:pt idx="2035">86.8</cx:pt>
          <cx:pt idx="2036">86.85</cx:pt>
          <cx:pt idx="2037">87.05</cx:pt>
          <cx:pt idx="2038">87.1</cx:pt>
          <cx:pt idx="2039">87.15</cx:pt>
          <cx:pt idx="2040">87.25</cx:pt>
          <cx:pt idx="2041">87.4</cx:pt>
          <cx:pt idx="2042">87.45</cx:pt>
          <cx:pt idx="2043">87.55</cx:pt>
          <cx:pt idx="2044">88.05</cx:pt>
          <cx:pt idx="2045">88.15</cx:pt>
          <cx:pt idx="2046">88.2</cx:pt>
          <cx:pt idx="2047">88.25</cx:pt>
          <cx:pt idx="2048">88.3</cx:pt>
          <cx:pt idx="2049">88.35</cx:pt>
          <cx:pt idx="2050">88.4</cx:pt>
          <cx:pt idx="2051">88.45</cx:pt>
          <cx:pt idx="2052">88.55</cx:pt>
          <cx:pt idx="2053">88.7</cx:pt>
          <cx:pt idx="2054">88.8</cx:pt>
          <cx:pt idx="2055">88.85</cx:pt>
          <cx:pt idx="2056">88.9</cx:pt>
          <cx:pt idx="2057">88.95</cx:pt>
          <cx:pt idx="2058">89</cx:pt>
          <cx:pt idx="2059">89.05</cx:pt>
          <cx:pt idx="2060">89.1</cx:pt>
          <cx:pt idx="2061">89.15</cx:pt>
          <cx:pt idx="2062">89.2</cx:pt>
          <cx:pt idx="2063">89.25</cx:pt>
          <cx:pt idx="2064">89.3</cx:pt>
          <cx:pt idx="2065">89.35</cx:pt>
          <cx:pt idx="2066">89.4</cx:pt>
          <cx:pt idx="2067">89.45</cx:pt>
          <cx:pt idx="2068">89.5</cx:pt>
          <cx:pt idx="2069">89.55</cx:pt>
          <cx:pt idx="2070">89.6</cx:pt>
          <cx:pt idx="2071">89.65</cx:pt>
          <cx:pt idx="2072">89.7</cx:pt>
          <cx:pt idx="2073">89.75</cx:pt>
          <cx:pt idx="2074">89.8</cx:pt>
          <cx:pt idx="2075">89.85</cx:pt>
          <cx:pt idx="2076">89.9</cx:pt>
          <cx:pt idx="2077">89.95</cx:pt>
          <cx:pt idx="2078">90</cx:pt>
          <cx:pt idx="2079">90.05</cx:pt>
          <cx:pt idx="2080">90.1</cx:pt>
          <cx:pt idx="2081">90.15</cx:pt>
          <cx:pt idx="2082">90.2</cx:pt>
          <cx:pt idx="2083">90.25</cx:pt>
          <cx:pt idx="2084">90.35</cx:pt>
          <cx:pt idx="2085">90.4</cx:pt>
          <cx:pt idx="2086">90.45</cx:pt>
          <cx:pt idx="2087">90.5</cx:pt>
          <cx:pt idx="2088">90.55</cx:pt>
          <cx:pt idx="2089">90.6</cx:pt>
          <cx:pt idx="2090">90.7</cx:pt>
          <cx:pt idx="2091">90.75</cx:pt>
          <cx:pt idx="2092">90.8</cx:pt>
          <cx:pt idx="2093">90.85</cx:pt>
          <cx:pt idx="2094">90.9</cx:pt>
          <cx:pt idx="2095">90.95</cx:pt>
          <cx:pt idx="2096">91</cx:pt>
          <cx:pt idx="2097">91.05</cx:pt>
          <cx:pt idx="2098">91.1</cx:pt>
          <cx:pt idx="2099">91.15</cx:pt>
          <cx:pt idx="2100">91.25</cx:pt>
          <cx:pt idx="2101">91.3</cx:pt>
          <cx:pt idx="2102">91.4</cx:pt>
          <cx:pt idx="2103">91.5</cx:pt>
          <cx:pt idx="2104">91.65</cx:pt>
          <cx:pt idx="2105">91.7</cx:pt>
          <cx:pt idx="2106">91.75</cx:pt>
          <cx:pt idx="2107">91.85</cx:pt>
          <cx:pt idx="2108">92.1</cx:pt>
          <cx:pt idx="2109">92.35</cx:pt>
          <cx:pt idx="2110">92.45</cx:pt>
          <cx:pt idx="2111">92.5</cx:pt>
          <cx:pt idx="2112">92.55</cx:pt>
          <cx:pt idx="2113">93.15</cx:pt>
          <cx:pt idx="2114">93.2</cx:pt>
          <cx:pt idx="2115">93.3</cx:pt>
          <cx:pt idx="2116">93.35</cx:pt>
          <cx:pt idx="2117">93.4</cx:pt>
          <cx:pt idx="2118">93.5</cx:pt>
          <cx:pt idx="2119">93.55</cx:pt>
          <cx:pt idx="2120">93.7</cx:pt>
          <cx:pt idx="2121">93.8</cx:pt>
          <cx:pt idx="2122">93.85</cx:pt>
          <cx:pt idx="2123">93.9</cx:pt>
          <cx:pt idx="2124">94</cx:pt>
          <cx:pt idx="2125">94.05</cx:pt>
          <cx:pt idx="2126">94.1</cx:pt>
          <cx:pt idx="2127">94.2</cx:pt>
          <cx:pt idx="2128">94.25</cx:pt>
          <cx:pt idx="2129">94.3</cx:pt>
          <cx:pt idx="2130">94.35</cx:pt>
          <cx:pt idx="2131">94.4</cx:pt>
          <cx:pt idx="2132">94.45</cx:pt>
          <cx:pt idx="2133">94.5</cx:pt>
          <cx:pt idx="2134">94.55</cx:pt>
          <cx:pt idx="2135">94.6</cx:pt>
          <cx:pt idx="2136">94.65</cx:pt>
          <cx:pt idx="2137">94.7</cx:pt>
          <cx:pt idx="2138">94.75</cx:pt>
          <cx:pt idx="2139">94.8</cx:pt>
          <cx:pt idx="2140">94.85</cx:pt>
          <cx:pt idx="2141">94.9</cx:pt>
          <cx:pt idx="2142">94.95</cx:pt>
          <cx:pt idx="2143">95</cx:pt>
          <cx:pt idx="2144">95.05</cx:pt>
          <cx:pt idx="2145">95.1</cx:pt>
          <cx:pt idx="2146">95.15</cx:pt>
          <cx:pt idx="2147">95.2</cx:pt>
          <cx:pt idx="2148">95.25</cx:pt>
          <cx:pt idx="2149">95.35</cx:pt>
          <cx:pt idx="2150">95.45</cx:pt>
          <cx:pt idx="2151">95.5</cx:pt>
          <cx:pt idx="2152">95.55</cx:pt>
          <cx:pt idx="2153">95.6</cx:pt>
          <cx:pt idx="2154">95.65</cx:pt>
          <cx:pt idx="2155">95.7</cx:pt>
          <cx:pt idx="2156">95.75</cx:pt>
          <cx:pt idx="2157">95.8</cx:pt>
          <cx:pt idx="2158">95.85</cx:pt>
          <cx:pt idx="2159">95.9</cx:pt>
          <cx:pt idx="2160">96</cx:pt>
          <cx:pt idx="2161">96.05</cx:pt>
          <cx:pt idx="2162">96.1</cx:pt>
          <cx:pt idx="2163">96.15</cx:pt>
          <cx:pt idx="2164">96.2</cx:pt>
          <cx:pt idx="2165">96.25</cx:pt>
          <cx:pt idx="2166">96.3</cx:pt>
          <cx:pt idx="2167">96.4</cx:pt>
          <cx:pt idx="2168">96.5</cx:pt>
          <cx:pt idx="2169">96.55</cx:pt>
          <cx:pt idx="2170">96.6</cx:pt>
          <cx:pt idx="2171">96.65</cx:pt>
          <cx:pt idx="2172">96.7</cx:pt>
          <cx:pt idx="2173">96.75</cx:pt>
          <cx:pt idx="2174">96.8</cx:pt>
          <cx:pt idx="2175">97.1</cx:pt>
          <cx:pt idx="2176">97.35</cx:pt>
          <cx:pt idx="2177">97.65</cx:pt>
          <cx:pt idx="2178">97.8</cx:pt>
          <cx:pt idx="2179">97.85</cx:pt>
          <cx:pt idx="2180">97.9</cx:pt>
          <cx:pt idx="2181">97.95</cx:pt>
          <cx:pt idx="2182">98</cx:pt>
          <cx:pt idx="2183">98.05</cx:pt>
          <cx:pt idx="2184">98.1</cx:pt>
          <cx:pt idx="2185">98.15</cx:pt>
          <cx:pt idx="2186">98.25</cx:pt>
          <cx:pt idx="2187">98.3</cx:pt>
          <cx:pt idx="2188">98.35</cx:pt>
          <cx:pt idx="2189">98.4</cx:pt>
          <cx:pt idx="2190">98.5</cx:pt>
          <cx:pt idx="2191">98.55</cx:pt>
          <cx:pt idx="2192">98.6</cx:pt>
          <cx:pt idx="2193">98.65</cx:pt>
          <cx:pt idx="2194">98.7</cx:pt>
          <cx:pt idx="2195">98.75</cx:pt>
          <cx:pt idx="2196">98.8</cx:pt>
          <cx:pt idx="2197">98.9</cx:pt>
          <cx:pt idx="2198">99</cx:pt>
          <cx:pt idx="2199">99.05</cx:pt>
          <cx:pt idx="2200">99.1</cx:pt>
          <cx:pt idx="2201">99.15</cx:pt>
          <cx:pt idx="2202">99.2</cx:pt>
          <cx:pt idx="2203">99.25</cx:pt>
          <cx:pt idx="2204">99.3</cx:pt>
          <cx:pt idx="2205">99.35</cx:pt>
          <cx:pt idx="2206">99.4</cx:pt>
          <cx:pt idx="2207">99.45</cx:pt>
          <cx:pt idx="2208">99.5</cx:pt>
          <cx:pt idx="2209">99.55</cx:pt>
          <cx:pt idx="2210">99.6</cx:pt>
          <cx:pt idx="2211">99.65</cx:pt>
          <cx:pt idx="2212">99.7</cx:pt>
          <cx:pt idx="2213">99.75</cx:pt>
          <cx:pt idx="2214">99.8</cx:pt>
          <cx:pt idx="2215">99.85</cx:pt>
          <cx:pt idx="2216">99.9</cx:pt>
          <cx:pt idx="2217">99.95</cx:pt>
          <cx:pt idx="2218">100</cx:pt>
          <cx:pt idx="2219">100.05</cx:pt>
          <cx:pt idx="2220">100.1</cx:pt>
          <cx:pt idx="2221">100.15</cx:pt>
          <cx:pt idx="2222">100.2</cx:pt>
          <cx:pt idx="2223">100.25</cx:pt>
          <cx:pt idx="2224">100.3</cx:pt>
          <cx:pt idx="2225">100.35</cx:pt>
          <cx:pt idx="2226">100.45</cx:pt>
          <cx:pt idx="2227">100.5</cx:pt>
          <cx:pt idx="2228">100.55</cx:pt>
          <cx:pt idx="2229">100.6</cx:pt>
          <cx:pt idx="2230">100.65</cx:pt>
          <cx:pt idx="2231">100.7</cx:pt>
          <cx:pt idx="2232">100.75</cx:pt>
          <cx:pt idx="2233">100.8</cx:pt>
          <cx:pt idx="2234">100.85</cx:pt>
          <cx:pt idx="2235">100.95</cx:pt>
          <cx:pt idx="2236">101</cx:pt>
          <cx:pt idx="2237">101.05</cx:pt>
          <cx:pt idx="2238">101.1</cx:pt>
          <cx:pt idx="2239">101.15</cx:pt>
          <cx:pt idx="2240">101.25</cx:pt>
          <cx:pt idx="2241">101.3</cx:pt>
          <cx:pt idx="2242">101.35</cx:pt>
          <cx:pt idx="2243">101.4</cx:pt>
          <cx:pt idx="2244">101.45</cx:pt>
          <cx:pt idx="2245">101.5</cx:pt>
          <cx:pt idx="2246">101.55</cx:pt>
          <cx:pt idx="2247">101.7</cx:pt>
          <cx:pt idx="2248">101.75</cx:pt>
          <cx:pt idx="2249">101.85</cx:pt>
          <cx:pt idx="2250">101.9</cx:pt>
          <cx:pt idx="2251">101.95</cx:pt>
          <cx:pt idx="2252">102</cx:pt>
          <cx:pt idx="2253">102.1</cx:pt>
          <cx:pt idx="2254">102.25</cx:pt>
          <cx:pt idx="2255">102.35</cx:pt>
          <cx:pt idx="2256">102.45</cx:pt>
          <cx:pt idx="2257">102.6</cx:pt>
          <cx:pt idx="2258">102.8</cx:pt>
          <cx:pt idx="2259">102.95</cx:pt>
          <cx:pt idx="2260">103</cx:pt>
          <cx:pt idx="2261">103.25</cx:pt>
          <cx:pt idx="2262">103.3</cx:pt>
          <cx:pt idx="2263">103.35</cx:pt>
          <cx:pt idx="2264">103.4</cx:pt>
          <cx:pt idx="2265">103.45</cx:pt>
          <cx:pt idx="2266">103.7</cx:pt>
          <cx:pt idx="2267">103.75</cx:pt>
          <cx:pt idx="2268">103.85</cx:pt>
          <cx:pt idx="2269">103.9</cx:pt>
          <cx:pt idx="2270">103.95</cx:pt>
          <cx:pt idx="2271">104</cx:pt>
          <cx:pt idx="2272">104.05</cx:pt>
          <cx:pt idx="2273">104.1</cx:pt>
          <cx:pt idx="2274">104.15</cx:pt>
          <cx:pt idx="2275">104.2</cx:pt>
          <cx:pt idx="2276">104.25</cx:pt>
          <cx:pt idx="2277">104.3</cx:pt>
          <cx:pt idx="2278">104.4</cx:pt>
          <cx:pt idx="2279">104.5</cx:pt>
          <cx:pt idx="2280">104.55</cx:pt>
          <cx:pt idx="2281">104.6</cx:pt>
          <cx:pt idx="2282">104.65</cx:pt>
          <cx:pt idx="2283">104.7</cx:pt>
          <cx:pt idx="2284">104.75</cx:pt>
          <cx:pt idx="2285">104.8</cx:pt>
          <cx:pt idx="2286">104.85</cx:pt>
          <cx:pt idx="2287">104.9</cx:pt>
          <cx:pt idx="2288">104.95</cx:pt>
          <cx:pt idx="2289">105</cx:pt>
          <cx:pt idx="2290">105.05</cx:pt>
          <cx:pt idx="2291">105.1</cx:pt>
          <cx:pt idx="2292">105.2</cx:pt>
          <cx:pt idx="2293">105.25</cx:pt>
          <cx:pt idx="2294">105.3</cx:pt>
          <cx:pt idx="2295">105.35</cx:pt>
          <cx:pt idx="2296">105.4</cx:pt>
          <cx:pt idx="2297">105.5</cx:pt>
          <cx:pt idx="2298">105.55</cx:pt>
          <cx:pt idx="2299">105.65</cx:pt>
          <cx:pt idx="2300">105.7</cx:pt>
          <cx:pt idx="2301">105.75</cx:pt>
          <cx:pt idx="2302">105.85</cx:pt>
          <cx:pt idx="2303">105.9</cx:pt>
          <cx:pt idx="2304">105.95</cx:pt>
          <cx:pt idx="2305">106</cx:pt>
          <cx:pt idx="2306">106.05</cx:pt>
          <cx:pt idx="2307">106.1</cx:pt>
          <cx:pt idx="2308">106.15</cx:pt>
          <cx:pt idx="2309">106.25</cx:pt>
          <cx:pt idx="2310">106.3</cx:pt>
          <cx:pt idx="2311">106.35</cx:pt>
          <cx:pt idx="2312">106.4</cx:pt>
          <cx:pt idx="2313">106.45</cx:pt>
          <cx:pt idx="2314">106.5</cx:pt>
          <cx:pt idx="2315">106.55</cx:pt>
          <cx:pt idx="2316">106.6</cx:pt>
          <cx:pt idx="2317">106.7</cx:pt>
          <cx:pt idx="2318">106.75</cx:pt>
          <cx:pt idx="2319">106.9</cx:pt>
          <cx:pt idx="2320">106.95</cx:pt>
          <cx:pt idx="2321">107.35</cx:pt>
          <cx:pt idx="2322">107.4</cx:pt>
          <cx:pt idx="2323">107.5</cx:pt>
          <cx:pt idx="2324">107.55</cx:pt>
          <cx:pt idx="2325">107.95</cx:pt>
          <cx:pt idx="2326">108.05</cx:pt>
          <cx:pt idx="2327">108.15</cx:pt>
          <cx:pt idx="2328">108.4</cx:pt>
          <cx:pt idx="2329">108.45</cx:pt>
          <cx:pt idx="2330">108.55</cx:pt>
          <cx:pt idx="2331">108.6</cx:pt>
          <cx:pt idx="2332">108.65</cx:pt>
          <cx:pt idx="2333">108.75</cx:pt>
          <cx:pt idx="2334">108.85</cx:pt>
          <cx:pt idx="2335">109.15</cx:pt>
          <cx:pt idx="2336">109.25</cx:pt>
          <cx:pt idx="2337">109.45</cx:pt>
          <cx:pt idx="2338">109.5</cx:pt>
          <cx:pt idx="2339">109.55</cx:pt>
          <cx:pt idx="2340">109.65</cx:pt>
          <cx:pt idx="2341">109.75</cx:pt>
          <cx:pt idx="2342">109.8</cx:pt>
          <cx:pt idx="2343">109.9</cx:pt>
          <cx:pt idx="2344">110</cx:pt>
          <cx:pt idx="2345">110.1</cx:pt>
          <cx:pt idx="2346">110.15</cx:pt>
          <cx:pt idx="2347">110.35</cx:pt>
          <cx:pt idx="2348">110.45</cx:pt>
          <cx:pt idx="2349">110.75</cx:pt>
          <cx:pt idx="2350">110.85</cx:pt>
          <cx:pt idx="2351">110.9</cx:pt>
          <cx:pt idx="2352">111.1</cx:pt>
          <cx:pt idx="2353">111.2</cx:pt>
          <cx:pt idx="2354">111.25</cx:pt>
          <cx:pt idx="2355">111.3</cx:pt>
          <cx:pt idx="2356">111.6</cx:pt>
          <cx:pt idx="2357">111.95</cx:pt>
          <cx:pt idx="2358">112.95</cx:pt>
          <cx:pt idx="2359">113.15</cx:pt>
          <cx:pt idx="2360">113.2</cx:pt>
          <cx:pt idx="2361">113.6</cx:pt>
          <cx:pt idx="2362">114.2</cx:pt>
          <cx:pt idx="2363">114.5</cx:pt>
          <cx:pt idx="2364">115.55</cx:pt>
          <cx:pt idx="2365">115.65</cx:pt>
          <cx:pt idx="2366">116.2</cx:pt>
          <cx:pt idx="2367">117.45</cx:pt>
          <cx:pt idx="2368">117.8</cx:pt>
          <cx:pt idx="2369">118.35</cx:pt>
        </cx:lvl>
        <cx:lvl ptCount="2370">
          <cx:pt idx="0">No</cx:pt>
          <cx:pt idx="1">No</cx:pt>
          <cx:pt idx="2">No</cx:pt>
          <cx:pt idx="3">No</cx:pt>
          <cx:pt idx="4">No</cx:pt>
          <cx:pt idx="5">No</cx:pt>
          <cx:pt idx="6">No</cx:pt>
          <cx:pt idx="7">No</cx:pt>
          <cx:pt idx="8">No</cx:pt>
          <cx:pt idx="9">No</cx:pt>
          <cx:pt idx="10">No</cx:pt>
          <cx:pt idx="11">No</cx:pt>
          <cx:pt idx="12">No</cx:pt>
          <cx:pt idx="13">No</cx:pt>
          <cx:pt idx="14">No</cx:pt>
          <cx:pt idx="15">No</cx:pt>
          <cx:pt idx="16">No</cx:pt>
          <cx:pt idx="17">No</cx:pt>
          <cx:pt idx="18">No</cx:pt>
          <cx:pt idx="19">No</cx:pt>
          <cx:pt idx="20">No</cx:pt>
          <cx:pt idx="21">No</cx:pt>
          <cx:pt idx="22">No</cx:pt>
          <cx:pt idx="23">No</cx:pt>
          <cx:pt idx="24">No</cx:pt>
          <cx:pt idx="25">No</cx:pt>
          <cx:pt idx="26">No</cx:pt>
          <cx:pt idx="27">No</cx:pt>
          <cx:pt idx="28">No</cx:pt>
          <cx:pt idx="29">No</cx:pt>
          <cx:pt idx="30">No</cx:pt>
          <cx:pt idx="31">No</cx:pt>
          <cx:pt idx="32">No</cx:pt>
          <cx:pt idx="33">No</cx:pt>
          <cx:pt idx="34">No</cx:pt>
          <cx:pt idx="35">No</cx:pt>
          <cx:pt idx="36">No</cx:pt>
          <cx:pt idx="37">No</cx:pt>
          <cx:pt idx="38">No</cx:pt>
          <cx:pt idx="39">No</cx:pt>
          <cx:pt idx="40">No</cx:pt>
          <cx:pt idx="41">No</cx:pt>
          <cx:pt idx="42">No</cx:pt>
          <cx:pt idx="43">No</cx:pt>
          <cx:pt idx="44">No</cx:pt>
          <cx:pt idx="45">No</cx:pt>
          <cx:pt idx="46">No</cx:pt>
          <cx:pt idx="47">No</cx:pt>
          <cx:pt idx="48">No</cx:pt>
          <cx:pt idx="49">No</cx:pt>
          <cx:pt idx="50">No</cx:pt>
          <cx:pt idx="51">No</cx:pt>
          <cx:pt idx="52">No</cx:pt>
          <cx:pt idx="53">No</cx:pt>
          <cx:pt idx="54">No</cx:pt>
          <cx:pt idx="55">No</cx:pt>
          <cx:pt idx="56">No</cx:pt>
          <cx:pt idx="57">No</cx:pt>
          <cx:pt idx="58">No</cx:pt>
          <cx:pt idx="59">No</cx:pt>
          <cx:pt idx="60">No</cx:pt>
          <cx:pt idx="61">No</cx:pt>
          <cx:pt idx="62">No</cx:pt>
          <cx:pt idx="63">No</cx:pt>
          <cx:pt idx="64">No</cx:pt>
          <cx:pt idx="65">No</cx:pt>
          <cx:pt idx="66">No</cx:pt>
          <cx:pt idx="67">No</cx:pt>
          <cx:pt idx="68">No</cx:pt>
          <cx:pt idx="69">No</cx:pt>
          <cx:pt idx="70">No</cx:pt>
          <cx:pt idx="71">No</cx:pt>
          <cx:pt idx="72">No</cx:pt>
          <cx:pt idx="73">No</cx:pt>
          <cx:pt idx="74">No</cx:pt>
          <cx:pt idx="75">No</cx:pt>
          <cx:pt idx="76">No</cx:pt>
          <cx:pt idx="77">No</cx:pt>
          <cx:pt idx="78">No</cx:pt>
          <cx:pt idx="79">No</cx:pt>
          <cx:pt idx="80">No</cx:pt>
          <cx:pt idx="81">No</cx:pt>
          <cx:pt idx="82">No</cx:pt>
          <cx:pt idx="83">No</cx:pt>
          <cx:pt idx="84">No</cx:pt>
          <cx:pt idx="85">No</cx:pt>
          <cx:pt idx="86">No</cx:pt>
          <cx:pt idx="87">No</cx:pt>
          <cx:pt idx="88">No</cx:pt>
          <cx:pt idx="89">No</cx:pt>
          <cx:pt idx="90">No</cx:pt>
          <cx:pt idx="91">No</cx:pt>
          <cx:pt idx="92">No</cx:pt>
          <cx:pt idx="93">No</cx:pt>
          <cx:pt idx="94">No</cx:pt>
          <cx:pt idx="95">No</cx:pt>
          <cx:pt idx="96">No</cx:pt>
          <cx:pt idx="97">No</cx:pt>
          <cx:pt idx="98">No</cx:pt>
          <cx:pt idx="99">No</cx:pt>
          <cx:pt idx="100">No</cx:pt>
          <cx:pt idx="101">No</cx:pt>
          <cx:pt idx="102">No</cx:pt>
          <cx:pt idx="103">No</cx:pt>
          <cx:pt idx="104">No</cx:pt>
          <cx:pt idx="105">No</cx:pt>
          <cx:pt idx="106">No</cx:pt>
          <cx:pt idx="107">No</cx:pt>
          <cx:pt idx="108">No</cx:pt>
          <cx:pt idx="109">No</cx:pt>
          <cx:pt idx="110">No</cx:pt>
          <cx:pt idx="111">No</cx:pt>
          <cx:pt idx="112">No</cx:pt>
          <cx:pt idx="113">No</cx:pt>
          <cx:pt idx="114">No</cx:pt>
          <cx:pt idx="115">No</cx:pt>
          <cx:pt idx="116">No</cx:pt>
          <cx:pt idx="117">No</cx:pt>
          <cx:pt idx="118">No</cx:pt>
          <cx:pt idx="119">No</cx:pt>
          <cx:pt idx="120">No</cx:pt>
          <cx:pt idx="121">No</cx:pt>
          <cx:pt idx="122">No</cx:pt>
          <cx:pt idx="123">No</cx:pt>
          <cx:pt idx="124">No</cx:pt>
          <cx:pt idx="125">No</cx:pt>
          <cx:pt idx="126">No</cx:pt>
          <cx:pt idx="127">No</cx:pt>
          <cx:pt idx="128">No</cx:pt>
          <cx:pt idx="129">No</cx:pt>
          <cx:pt idx="130">No</cx:pt>
          <cx:pt idx="131">No</cx:pt>
          <cx:pt idx="132">No</cx:pt>
          <cx:pt idx="133">No</cx:pt>
          <cx:pt idx="134">No</cx:pt>
          <cx:pt idx="135">No</cx:pt>
          <cx:pt idx="136">No</cx:pt>
          <cx:pt idx="137">No</cx:pt>
          <cx:pt idx="138">No</cx:pt>
          <cx:pt idx="139">No</cx:pt>
          <cx:pt idx="140">No</cx:pt>
          <cx:pt idx="141">No</cx:pt>
          <cx:pt idx="142">No</cx:pt>
          <cx:pt idx="143">No</cx:pt>
          <cx:pt idx="144">No</cx:pt>
          <cx:pt idx="145">No</cx:pt>
          <cx:pt idx="146">No</cx:pt>
          <cx:pt idx="147">No</cx:pt>
          <cx:pt idx="148">No</cx:pt>
          <cx:pt idx="149">No</cx:pt>
          <cx:pt idx="150">No</cx:pt>
          <cx:pt idx="151">No</cx:pt>
          <cx:pt idx="152">No</cx:pt>
          <cx:pt idx="153">No</cx:pt>
          <cx:pt idx="154">No</cx:pt>
          <cx:pt idx="155">No</cx:pt>
          <cx:pt idx="156">No</cx:pt>
          <cx:pt idx="157">No</cx:pt>
          <cx:pt idx="158">No</cx:pt>
          <cx:pt idx="159">No</cx:pt>
          <cx:pt idx="160">No</cx:pt>
          <cx:pt idx="161">No</cx:pt>
          <cx:pt idx="162">No</cx:pt>
          <cx:pt idx="163">No</cx:pt>
          <cx:pt idx="164">No</cx:pt>
          <cx:pt idx="165">No</cx:pt>
          <cx:pt idx="166">No</cx:pt>
          <cx:pt idx="167">No</cx:pt>
          <cx:pt idx="168">No</cx:pt>
          <cx:pt idx="169">No</cx:pt>
          <cx:pt idx="170">No</cx:pt>
          <cx:pt idx="171">No</cx:pt>
          <cx:pt idx="172">No</cx:pt>
          <cx:pt idx="173">No</cx:pt>
          <cx:pt idx="174">No</cx:pt>
          <cx:pt idx="175">No</cx:pt>
          <cx:pt idx="176">No</cx:pt>
          <cx:pt idx="177">No</cx:pt>
          <cx:pt idx="178">No</cx:pt>
          <cx:pt idx="179">No</cx:pt>
          <cx:pt idx="180">No</cx:pt>
          <cx:pt idx="181">No</cx:pt>
          <cx:pt idx="182">No</cx:pt>
          <cx:pt idx="183">No</cx:pt>
          <cx:pt idx="184">No</cx:pt>
          <cx:pt idx="185">No</cx:pt>
          <cx:pt idx="186">No</cx:pt>
          <cx:pt idx="187">No</cx:pt>
          <cx:pt idx="188">No</cx:pt>
          <cx:pt idx="189">No</cx:pt>
          <cx:pt idx="190">No</cx:pt>
          <cx:pt idx="191">No</cx:pt>
          <cx:pt idx="192">No</cx:pt>
          <cx:pt idx="193">No</cx:pt>
          <cx:pt idx="194">No</cx:pt>
          <cx:pt idx="195">No</cx:pt>
          <cx:pt idx="196">No</cx:pt>
          <cx:pt idx="197">No</cx:pt>
          <cx:pt idx="198">No</cx:pt>
          <cx:pt idx="199">No</cx:pt>
          <cx:pt idx="200">No</cx:pt>
          <cx:pt idx="201">No</cx:pt>
          <cx:pt idx="202">No</cx:pt>
          <cx:pt idx="203">No</cx:pt>
          <cx:pt idx="204">No</cx:pt>
          <cx:pt idx="205">No</cx:pt>
          <cx:pt idx="206">No</cx:pt>
          <cx:pt idx="207">No</cx:pt>
          <cx:pt idx="208">No</cx:pt>
          <cx:pt idx="209">No</cx:pt>
          <cx:pt idx="210">No</cx:pt>
          <cx:pt idx="211">No</cx:pt>
          <cx:pt idx="212">No</cx:pt>
          <cx:pt idx="213">No</cx:pt>
          <cx:pt idx="214">No</cx:pt>
          <cx:pt idx="215">No</cx:pt>
          <cx:pt idx="216">No</cx:pt>
          <cx:pt idx="217">No</cx:pt>
          <cx:pt idx="218">No</cx:pt>
          <cx:pt idx="219">No</cx:pt>
          <cx:pt idx="220">No</cx:pt>
          <cx:pt idx="221">No</cx:pt>
          <cx:pt idx="222">No</cx:pt>
          <cx:pt idx="223">No</cx:pt>
          <cx:pt idx="224">No</cx:pt>
          <cx:pt idx="225">No</cx:pt>
          <cx:pt idx="226">No</cx:pt>
          <cx:pt idx="227">No</cx:pt>
          <cx:pt idx="228">No</cx:pt>
          <cx:pt idx="229">No</cx:pt>
          <cx:pt idx="230">No</cx:pt>
          <cx:pt idx="231">No</cx:pt>
          <cx:pt idx="232">No</cx:pt>
          <cx:pt idx="233">No</cx:pt>
          <cx:pt idx="234">No</cx:pt>
          <cx:pt idx="235">No</cx:pt>
          <cx:pt idx="236">No</cx:pt>
          <cx:pt idx="237">No</cx:pt>
          <cx:pt idx="238">No</cx:pt>
          <cx:pt idx="239">No</cx:pt>
          <cx:pt idx="240">No</cx:pt>
          <cx:pt idx="241">No</cx:pt>
          <cx:pt idx="242">No</cx:pt>
          <cx:pt idx="243">No</cx:pt>
          <cx:pt idx="244">No</cx:pt>
          <cx:pt idx="245">No</cx:pt>
          <cx:pt idx="246">No</cx:pt>
          <cx:pt idx="247">No</cx:pt>
          <cx:pt idx="248">No</cx:pt>
          <cx:pt idx="249">No</cx:pt>
          <cx:pt idx="250">No</cx:pt>
          <cx:pt idx="251">No</cx:pt>
          <cx:pt idx="252">No</cx:pt>
          <cx:pt idx="253">No</cx:pt>
          <cx:pt idx="254">No</cx:pt>
          <cx:pt idx="255">No</cx:pt>
          <cx:pt idx="256">No</cx:pt>
          <cx:pt idx="257">No</cx:pt>
          <cx:pt idx="258">No</cx:pt>
          <cx:pt idx="259">No</cx:pt>
          <cx:pt idx="260">No</cx:pt>
          <cx:pt idx="261">No</cx:pt>
          <cx:pt idx="262">No</cx:pt>
          <cx:pt idx="263">No</cx:pt>
          <cx:pt idx="264">No</cx:pt>
          <cx:pt idx="265">No</cx:pt>
          <cx:pt idx="266">No</cx:pt>
          <cx:pt idx="267">No</cx:pt>
          <cx:pt idx="268">No</cx:pt>
          <cx:pt idx="269">No</cx:pt>
          <cx:pt idx="270">No</cx:pt>
          <cx:pt idx="271">No</cx:pt>
          <cx:pt idx="272">No</cx:pt>
          <cx:pt idx="273">No</cx:pt>
          <cx:pt idx="274">No</cx:pt>
          <cx:pt idx="275">No</cx:pt>
          <cx:pt idx="276">No</cx:pt>
          <cx:pt idx="277">No</cx:pt>
          <cx:pt idx="278">No</cx:pt>
          <cx:pt idx="279">No</cx:pt>
          <cx:pt idx="280">No</cx:pt>
          <cx:pt idx="281">No</cx:pt>
          <cx:pt idx="282">No</cx:pt>
          <cx:pt idx="283">No</cx:pt>
          <cx:pt idx="284">No</cx:pt>
          <cx:pt idx="285">No</cx:pt>
          <cx:pt idx="286">No</cx:pt>
          <cx:pt idx="287">No</cx:pt>
          <cx:pt idx="288">No</cx:pt>
          <cx:pt idx="289">No</cx:pt>
          <cx:pt idx="290">No</cx:pt>
          <cx:pt idx="291">No</cx:pt>
          <cx:pt idx="292">No</cx:pt>
          <cx:pt idx="293">No</cx:pt>
          <cx:pt idx="294">No</cx:pt>
          <cx:pt idx="295">No</cx:pt>
          <cx:pt idx="296">No</cx:pt>
          <cx:pt idx="297">No</cx:pt>
          <cx:pt idx="298">No</cx:pt>
          <cx:pt idx="299">No</cx:pt>
          <cx:pt idx="300">No</cx:pt>
          <cx:pt idx="301">No</cx:pt>
          <cx:pt idx="302">No</cx:pt>
          <cx:pt idx="303">No</cx:pt>
          <cx:pt idx="304">No</cx:pt>
          <cx:pt idx="305">No</cx:pt>
          <cx:pt idx="306">No</cx:pt>
          <cx:pt idx="307">No</cx:pt>
          <cx:pt idx="308">No</cx:pt>
          <cx:pt idx="309">No</cx:pt>
          <cx:pt idx="310">No</cx:pt>
          <cx:pt idx="311">No</cx:pt>
          <cx:pt idx="312">No</cx:pt>
          <cx:pt idx="313">No</cx:pt>
          <cx:pt idx="314">No</cx:pt>
          <cx:pt idx="315">No</cx:pt>
          <cx:pt idx="316">No</cx:pt>
          <cx:pt idx="317">No</cx:pt>
          <cx:pt idx="318">No</cx:pt>
          <cx:pt idx="319">No</cx:pt>
          <cx:pt idx="320">No</cx:pt>
          <cx:pt idx="321">No</cx:pt>
          <cx:pt idx="322">No</cx:pt>
          <cx:pt idx="323">No</cx:pt>
          <cx:pt idx="324">No</cx:pt>
          <cx:pt idx="325">No</cx:pt>
          <cx:pt idx="326">No</cx:pt>
          <cx:pt idx="327">No</cx:pt>
          <cx:pt idx="328">No</cx:pt>
          <cx:pt idx="329">No</cx:pt>
          <cx:pt idx="330">No</cx:pt>
          <cx:pt idx="331">No</cx:pt>
          <cx:pt idx="332">No</cx:pt>
          <cx:pt idx="333">No</cx:pt>
          <cx:pt idx="334">No</cx:pt>
          <cx:pt idx="335">No</cx:pt>
          <cx:pt idx="336">No</cx:pt>
          <cx:pt idx="337">No</cx:pt>
          <cx:pt idx="338">No</cx:pt>
          <cx:pt idx="339">No</cx:pt>
          <cx:pt idx="340">No</cx:pt>
          <cx:pt idx="341">No</cx:pt>
          <cx:pt idx="342">No</cx:pt>
          <cx:pt idx="343">No</cx:pt>
          <cx:pt idx="344">No</cx:pt>
          <cx:pt idx="345">No</cx:pt>
          <cx:pt idx="346">No</cx:pt>
          <cx:pt idx="347">No</cx:pt>
          <cx:pt idx="348">No</cx:pt>
          <cx:pt idx="349">No</cx:pt>
          <cx:pt idx="350">No</cx:pt>
          <cx:pt idx="351">No</cx:pt>
          <cx:pt idx="352">No</cx:pt>
          <cx:pt idx="353">No</cx:pt>
          <cx:pt idx="354">No</cx:pt>
          <cx:pt idx="355">No</cx:pt>
          <cx:pt idx="356">No</cx:pt>
          <cx:pt idx="357">No</cx:pt>
          <cx:pt idx="358">No</cx:pt>
          <cx:pt idx="359">No</cx:pt>
          <cx:pt idx="360">No</cx:pt>
          <cx:pt idx="361">No</cx:pt>
          <cx:pt idx="362">No</cx:pt>
          <cx:pt idx="363">No</cx:pt>
          <cx:pt idx="364">No</cx:pt>
          <cx:pt idx="365">No</cx:pt>
          <cx:pt idx="366">No</cx:pt>
          <cx:pt idx="367">No</cx:pt>
          <cx:pt idx="368">No</cx:pt>
          <cx:pt idx="369">No</cx:pt>
          <cx:pt idx="370">No</cx:pt>
          <cx:pt idx="371">No</cx:pt>
          <cx:pt idx="372">No</cx:pt>
          <cx:pt idx="373">No</cx:pt>
          <cx:pt idx="374">No</cx:pt>
          <cx:pt idx="375">No</cx:pt>
          <cx:pt idx="376">No</cx:pt>
          <cx:pt idx="377">No</cx:pt>
          <cx:pt idx="378">No</cx:pt>
          <cx:pt idx="379">No</cx:pt>
          <cx:pt idx="380">No</cx:pt>
          <cx:pt idx="381">No</cx:pt>
          <cx:pt idx="382">No</cx:pt>
          <cx:pt idx="383">No</cx:pt>
          <cx:pt idx="384">No</cx:pt>
          <cx:pt idx="385">No</cx:pt>
          <cx:pt idx="386">No</cx:pt>
          <cx:pt idx="387">No</cx:pt>
          <cx:pt idx="388">No</cx:pt>
          <cx:pt idx="389">No</cx:pt>
          <cx:pt idx="390">No</cx:pt>
          <cx:pt idx="391">No</cx:pt>
          <cx:pt idx="392">No</cx:pt>
          <cx:pt idx="393">No</cx:pt>
          <cx:pt idx="394">No</cx:pt>
          <cx:pt idx="395">No</cx:pt>
          <cx:pt idx="396">No</cx:pt>
          <cx:pt idx="397">No</cx:pt>
          <cx:pt idx="398">No</cx:pt>
          <cx:pt idx="399">No</cx:pt>
          <cx:pt idx="400">No</cx:pt>
          <cx:pt idx="401">No</cx:pt>
          <cx:pt idx="402">No</cx:pt>
          <cx:pt idx="403">No</cx:pt>
          <cx:pt idx="404">No</cx:pt>
          <cx:pt idx="405">No</cx:pt>
          <cx:pt idx="406">No</cx:pt>
          <cx:pt idx="407">No</cx:pt>
          <cx:pt idx="408">No</cx:pt>
          <cx:pt idx="409">No</cx:pt>
          <cx:pt idx="410">No</cx:pt>
          <cx:pt idx="411">No</cx:pt>
          <cx:pt idx="412">No</cx:pt>
          <cx:pt idx="413">No</cx:pt>
          <cx:pt idx="414">No</cx:pt>
          <cx:pt idx="415">No</cx:pt>
          <cx:pt idx="416">No</cx:pt>
          <cx:pt idx="417">No</cx:pt>
          <cx:pt idx="418">No</cx:pt>
          <cx:pt idx="419">No</cx:pt>
          <cx:pt idx="420">No</cx:pt>
          <cx:pt idx="421">No</cx:pt>
          <cx:pt idx="422">No</cx:pt>
          <cx:pt idx="423">No</cx:pt>
          <cx:pt idx="424">No</cx:pt>
          <cx:pt idx="425">No</cx:pt>
          <cx:pt idx="426">No</cx:pt>
          <cx:pt idx="427">No</cx:pt>
          <cx:pt idx="428">No</cx:pt>
          <cx:pt idx="429">No</cx:pt>
          <cx:pt idx="430">No</cx:pt>
          <cx:pt idx="431">No</cx:pt>
          <cx:pt idx="432">No</cx:pt>
          <cx:pt idx="433">No</cx:pt>
          <cx:pt idx="434">No</cx:pt>
          <cx:pt idx="435">No</cx:pt>
          <cx:pt idx="436">No</cx:pt>
          <cx:pt idx="437">No</cx:pt>
          <cx:pt idx="438">No</cx:pt>
          <cx:pt idx="439">No</cx:pt>
          <cx:pt idx="440">No</cx:pt>
          <cx:pt idx="441">No</cx:pt>
          <cx:pt idx="442">No</cx:pt>
          <cx:pt idx="443">No</cx:pt>
          <cx:pt idx="444">No</cx:pt>
          <cx:pt idx="445">No</cx:pt>
          <cx:pt idx="446">No</cx:pt>
          <cx:pt idx="447">No</cx:pt>
          <cx:pt idx="448">No</cx:pt>
          <cx:pt idx="449">No</cx:pt>
          <cx:pt idx="450">No</cx:pt>
          <cx:pt idx="451">No</cx:pt>
          <cx:pt idx="452">No</cx:pt>
          <cx:pt idx="453">No</cx:pt>
          <cx:pt idx="454">No</cx:pt>
          <cx:pt idx="455">No</cx:pt>
          <cx:pt idx="456">No</cx:pt>
          <cx:pt idx="457">No</cx:pt>
          <cx:pt idx="458">No</cx:pt>
          <cx:pt idx="459">No</cx:pt>
          <cx:pt idx="460">No</cx:pt>
          <cx:pt idx="461">No</cx:pt>
          <cx:pt idx="462">No</cx:pt>
          <cx:pt idx="463">No</cx:pt>
          <cx:pt idx="464">No</cx:pt>
          <cx:pt idx="465">No</cx:pt>
          <cx:pt idx="466">No</cx:pt>
          <cx:pt idx="467">No</cx:pt>
          <cx:pt idx="468">No</cx:pt>
          <cx:pt idx="469">No</cx:pt>
          <cx:pt idx="470">No</cx:pt>
          <cx:pt idx="471">No</cx:pt>
          <cx:pt idx="472">No</cx:pt>
          <cx:pt idx="473">No</cx:pt>
          <cx:pt idx="474">No</cx:pt>
          <cx:pt idx="475">No</cx:pt>
          <cx:pt idx="476">No</cx:pt>
          <cx:pt idx="477">No</cx:pt>
          <cx:pt idx="478">No</cx:pt>
          <cx:pt idx="479">No</cx:pt>
          <cx:pt idx="480">No</cx:pt>
          <cx:pt idx="481">No</cx:pt>
          <cx:pt idx="482">No</cx:pt>
          <cx:pt idx="483">No</cx:pt>
          <cx:pt idx="484">No</cx:pt>
          <cx:pt idx="485">No</cx:pt>
          <cx:pt idx="486">No</cx:pt>
          <cx:pt idx="487">No</cx:pt>
          <cx:pt idx="488">No</cx:pt>
          <cx:pt idx="489">No</cx:pt>
          <cx:pt idx="490">No</cx:pt>
          <cx:pt idx="491">No</cx:pt>
          <cx:pt idx="492">No</cx:pt>
          <cx:pt idx="493">No</cx:pt>
          <cx:pt idx="494">No</cx:pt>
          <cx:pt idx="495">No</cx:pt>
          <cx:pt idx="496">No</cx:pt>
          <cx:pt idx="497">No</cx:pt>
          <cx:pt idx="498">No</cx:pt>
          <cx:pt idx="499">No</cx:pt>
          <cx:pt idx="500">No</cx:pt>
          <cx:pt idx="501">No</cx:pt>
          <cx:pt idx="502">No</cx:pt>
          <cx:pt idx="503">No</cx:pt>
          <cx:pt idx="504">No</cx:pt>
          <cx:pt idx="505">No</cx:pt>
          <cx:pt idx="506">No</cx:pt>
          <cx:pt idx="507">No</cx:pt>
          <cx:pt idx="508">No</cx:pt>
          <cx:pt idx="509">No</cx:pt>
          <cx:pt idx="510">No</cx:pt>
          <cx:pt idx="511">No</cx:pt>
          <cx:pt idx="512">No</cx:pt>
          <cx:pt idx="513">No</cx:pt>
          <cx:pt idx="514">No</cx:pt>
          <cx:pt idx="515">No</cx:pt>
          <cx:pt idx="516">No</cx:pt>
          <cx:pt idx="517">No</cx:pt>
          <cx:pt idx="518">No</cx:pt>
          <cx:pt idx="519">No</cx:pt>
          <cx:pt idx="520">No</cx:pt>
          <cx:pt idx="521">No</cx:pt>
          <cx:pt idx="522">No</cx:pt>
          <cx:pt idx="523">No</cx:pt>
          <cx:pt idx="524">No</cx:pt>
          <cx:pt idx="525">No</cx:pt>
          <cx:pt idx="526">No</cx:pt>
          <cx:pt idx="527">No</cx:pt>
          <cx:pt idx="528">No</cx:pt>
          <cx:pt idx="529">No</cx:pt>
          <cx:pt idx="530">No</cx:pt>
          <cx:pt idx="531">No</cx:pt>
          <cx:pt idx="532">No</cx:pt>
          <cx:pt idx="533">No</cx:pt>
          <cx:pt idx="534">No</cx:pt>
          <cx:pt idx="535">No</cx:pt>
          <cx:pt idx="536">No</cx:pt>
          <cx:pt idx="537">No</cx:pt>
          <cx:pt idx="538">No</cx:pt>
          <cx:pt idx="539">No</cx:pt>
          <cx:pt idx="540">No</cx:pt>
          <cx:pt idx="541">No</cx:pt>
          <cx:pt idx="542">No</cx:pt>
          <cx:pt idx="543">No</cx:pt>
          <cx:pt idx="544">No</cx:pt>
          <cx:pt idx="545">No</cx:pt>
          <cx:pt idx="546">No</cx:pt>
          <cx:pt idx="547">No</cx:pt>
          <cx:pt idx="548">No</cx:pt>
          <cx:pt idx="549">No</cx:pt>
          <cx:pt idx="550">No</cx:pt>
          <cx:pt idx="551">No</cx:pt>
          <cx:pt idx="552">No</cx:pt>
          <cx:pt idx="553">No</cx:pt>
          <cx:pt idx="554">No</cx:pt>
          <cx:pt idx="555">No</cx:pt>
          <cx:pt idx="556">No</cx:pt>
          <cx:pt idx="557">No</cx:pt>
          <cx:pt idx="558">No</cx:pt>
          <cx:pt idx="559">No</cx:pt>
          <cx:pt idx="560">No</cx:pt>
          <cx:pt idx="561">No</cx:pt>
          <cx:pt idx="562">No</cx:pt>
          <cx:pt idx="563">No</cx:pt>
          <cx:pt idx="564">No</cx:pt>
          <cx:pt idx="565">No</cx:pt>
          <cx:pt idx="566">No</cx:pt>
          <cx:pt idx="567">No</cx:pt>
          <cx:pt idx="568">No</cx:pt>
          <cx:pt idx="569">No</cx:pt>
          <cx:pt idx="570">No</cx:pt>
          <cx:pt idx="571">No</cx:pt>
          <cx:pt idx="572">No</cx:pt>
          <cx:pt idx="573">No</cx:pt>
          <cx:pt idx="574">No</cx:pt>
          <cx:pt idx="575">No</cx:pt>
          <cx:pt idx="576">No</cx:pt>
          <cx:pt idx="577">No</cx:pt>
          <cx:pt idx="578">No</cx:pt>
          <cx:pt idx="579">No</cx:pt>
          <cx:pt idx="580">No</cx:pt>
          <cx:pt idx="581">No</cx:pt>
          <cx:pt idx="582">No</cx:pt>
          <cx:pt idx="583">No</cx:pt>
          <cx:pt idx="584">No</cx:pt>
          <cx:pt idx="585">No</cx:pt>
          <cx:pt idx="586">No</cx:pt>
          <cx:pt idx="587">No</cx:pt>
          <cx:pt idx="588">No</cx:pt>
          <cx:pt idx="589">No</cx:pt>
          <cx:pt idx="590">No</cx:pt>
          <cx:pt idx="591">No</cx:pt>
          <cx:pt idx="592">No</cx:pt>
          <cx:pt idx="593">No</cx:pt>
          <cx:pt idx="594">No</cx:pt>
          <cx:pt idx="595">No</cx:pt>
          <cx:pt idx="596">No</cx:pt>
          <cx:pt idx="597">No</cx:pt>
          <cx:pt idx="598">No</cx:pt>
          <cx:pt idx="599">No</cx:pt>
          <cx:pt idx="600">No</cx:pt>
          <cx:pt idx="601">No</cx:pt>
          <cx:pt idx="602">No</cx:pt>
          <cx:pt idx="603">No</cx:pt>
          <cx:pt idx="604">No</cx:pt>
          <cx:pt idx="605">No</cx:pt>
          <cx:pt idx="606">No</cx:pt>
          <cx:pt idx="607">No</cx:pt>
          <cx:pt idx="608">No</cx:pt>
          <cx:pt idx="609">No</cx:pt>
          <cx:pt idx="610">No</cx:pt>
          <cx:pt idx="611">No</cx:pt>
          <cx:pt idx="612">No</cx:pt>
          <cx:pt idx="613">No</cx:pt>
          <cx:pt idx="614">No</cx:pt>
          <cx:pt idx="615">No</cx:pt>
          <cx:pt idx="616">No</cx:pt>
          <cx:pt idx="617">No</cx:pt>
          <cx:pt idx="618">No</cx:pt>
          <cx:pt idx="619">No</cx:pt>
          <cx:pt idx="620">No</cx:pt>
          <cx:pt idx="621">No</cx:pt>
          <cx:pt idx="622">No</cx:pt>
          <cx:pt idx="623">No</cx:pt>
          <cx:pt idx="624">No</cx:pt>
          <cx:pt idx="625">No</cx:pt>
          <cx:pt idx="626">No</cx:pt>
          <cx:pt idx="627">No</cx:pt>
          <cx:pt idx="628">No</cx:pt>
          <cx:pt idx="629">No</cx:pt>
          <cx:pt idx="630">No</cx:pt>
          <cx:pt idx="631">No</cx:pt>
          <cx:pt idx="632">No</cx:pt>
          <cx:pt idx="633">No</cx:pt>
          <cx:pt idx="634">No</cx:pt>
          <cx:pt idx="635">No</cx:pt>
          <cx:pt idx="636">No</cx:pt>
          <cx:pt idx="637">No</cx:pt>
          <cx:pt idx="638">No</cx:pt>
          <cx:pt idx="639">No</cx:pt>
          <cx:pt idx="640">No</cx:pt>
          <cx:pt idx="641">No</cx:pt>
          <cx:pt idx="642">No</cx:pt>
          <cx:pt idx="643">No</cx:pt>
          <cx:pt idx="644">No</cx:pt>
          <cx:pt idx="645">No</cx:pt>
          <cx:pt idx="646">No</cx:pt>
          <cx:pt idx="647">No</cx:pt>
          <cx:pt idx="648">No</cx:pt>
          <cx:pt idx="649">No</cx:pt>
          <cx:pt idx="650">No</cx:pt>
          <cx:pt idx="651">No</cx:pt>
          <cx:pt idx="652">No</cx:pt>
          <cx:pt idx="653">No</cx:pt>
          <cx:pt idx="654">No</cx:pt>
          <cx:pt idx="655">No</cx:pt>
          <cx:pt idx="656">No</cx:pt>
          <cx:pt idx="657">No</cx:pt>
          <cx:pt idx="658">No</cx:pt>
          <cx:pt idx="659">No</cx:pt>
          <cx:pt idx="660">No</cx:pt>
          <cx:pt idx="661">No</cx:pt>
          <cx:pt idx="662">No</cx:pt>
          <cx:pt idx="663">No</cx:pt>
          <cx:pt idx="664">No</cx:pt>
          <cx:pt idx="665">No</cx:pt>
          <cx:pt idx="666">No</cx:pt>
          <cx:pt idx="667">No</cx:pt>
          <cx:pt idx="668">No</cx:pt>
          <cx:pt idx="669">No</cx:pt>
          <cx:pt idx="670">No</cx:pt>
          <cx:pt idx="671">No</cx:pt>
          <cx:pt idx="672">No</cx:pt>
          <cx:pt idx="673">No</cx:pt>
          <cx:pt idx="674">No</cx:pt>
          <cx:pt idx="675">No</cx:pt>
          <cx:pt idx="676">No</cx:pt>
          <cx:pt idx="677">No</cx:pt>
          <cx:pt idx="678">No</cx:pt>
          <cx:pt idx="679">No</cx:pt>
          <cx:pt idx="680">No</cx:pt>
          <cx:pt idx="681">No</cx:pt>
          <cx:pt idx="682">No</cx:pt>
          <cx:pt idx="683">No</cx:pt>
          <cx:pt idx="684">No</cx:pt>
          <cx:pt idx="685">No</cx:pt>
          <cx:pt idx="686">No</cx:pt>
          <cx:pt idx="687">No</cx:pt>
          <cx:pt idx="688">No</cx:pt>
          <cx:pt idx="689">No</cx:pt>
          <cx:pt idx="690">No</cx:pt>
          <cx:pt idx="691">No</cx:pt>
          <cx:pt idx="692">No</cx:pt>
          <cx:pt idx="693">No</cx:pt>
          <cx:pt idx="694">No</cx:pt>
          <cx:pt idx="695">No</cx:pt>
          <cx:pt idx="696">No</cx:pt>
          <cx:pt idx="697">No</cx:pt>
          <cx:pt idx="698">No</cx:pt>
          <cx:pt idx="699">No</cx:pt>
          <cx:pt idx="700">No</cx:pt>
          <cx:pt idx="701">No</cx:pt>
          <cx:pt idx="702">No</cx:pt>
          <cx:pt idx="703">No</cx:pt>
          <cx:pt idx="704">No</cx:pt>
          <cx:pt idx="705">No</cx:pt>
          <cx:pt idx="706">No</cx:pt>
          <cx:pt idx="707">No</cx:pt>
          <cx:pt idx="708">No</cx:pt>
          <cx:pt idx="709">No</cx:pt>
          <cx:pt idx="710">No</cx:pt>
          <cx:pt idx="711">No</cx:pt>
          <cx:pt idx="712">No</cx:pt>
          <cx:pt idx="713">No</cx:pt>
          <cx:pt idx="714">No</cx:pt>
          <cx:pt idx="715">No</cx:pt>
          <cx:pt idx="716">No</cx:pt>
          <cx:pt idx="717">No</cx:pt>
          <cx:pt idx="718">No</cx:pt>
          <cx:pt idx="719">No</cx:pt>
          <cx:pt idx="720">No</cx:pt>
          <cx:pt idx="721">No</cx:pt>
          <cx:pt idx="722">No</cx:pt>
          <cx:pt idx="723">No</cx:pt>
          <cx:pt idx="724">No</cx:pt>
          <cx:pt idx="725">No</cx:pt>
          <cx:pt idx="726">No</cx:pt>
          <cx:pt idx="727">No</cx:pt>
          <cx:pt idx="728">No</cx:pt>
          <cx:pt idx="729">No</cx:pt>
          <cx:pt idx="730">No</cx:pt>
          <cx:pt idx="731">No</cx:pt>
          <cx:pt idx="732">No</cx:pt>
          <cx:pt idx="733">No</cx:pt>
          <cx:pt idx="734">No</cx:pt>
          <cx:pt idx="735">No</cx:pt>
          <cx:pt idx="736">No</cx:pt>
          <cx:pt idx="737">No</cx:pt>
          <cx:pt idx="738">No</cx:pt>
          <cx:pt idx="739">No</cx:pt>
          <cx:pt idx="740">No</cx:pt>
          <cx:pt idx="741">No</cx:pt>
          <cx:pt idx="742">No</cx:pt>
          <cx:pt idx="743">No</cx:pt>
          <cx:pt idx="744">No</cx:pt>
          <cx:pt idx="745">No</cx:pt>
          <cx:pt idx="746">No</cx:pt>
          <cx:pt idx="747">No</cx:pt>
          <cx:pt idx="748">No</cx:pt>
          <cx:pt idx="749">No</cx:pt>
          <cx:pt idx="750">No</cx:pt>
          <cx:pt idx="751">No</cx:pt>
          <cx:pt idx="752">No</cx:pt>
          <cx:pt idx="753">No</cx:pt>
          <cx:pt idx="754">No</cx:pt>
          <cx:pt idx="755">No</cx:pt>
          <cx:pt idx="756">No</cx:pt>
          <cx:pt idx="757">No</cx:pt>
          <cx:pt idx="758">No</cx:pt>
          <cx:pt idx="759">No</cx:pt>
          <cx:pt idx="760">No</cx:pt>
          <cx:pt idx="761">No</cx:pt>
          <cx:pt idx="762">No</cx:pt>
          <cx:pt idx="763">No</cx:pt>
          <cx:pt idx="764">No</cx:pt>
          <cx:pt idx="765">No</cx:pt>
          <cx:pt idx="766">No</cx:pt>
          <cx:pt idx="767">No</cx:pt>
          <cx:pt idx="768">No</cx:pt>
          <cx:pt idx="769">No</cx:pt>
          <cx:pt idx="770">No</cx:pt>
          <cx:pt idx="771">No</cx:pt>
          <cx:pt idx="772">No</cx:pt>
          <cx:pt idx="773">No</cx:pt>
          <cx:pt idx="774">No</cx:pt>
          <cx:pt idx="775">No</cx:pt>
          <cx:pt idx="776">No</cx:pt>
          <cx:pt idx="777">No</cx:pt>
          <cx:pt idx="778">No</cx:pt>
          <cx:pt idx="779">No</cx:pt>
          <cx:pt idx="780">No</cx:pt>
          <cx:pt idx="781">No</cx:pt>
          <cx:pt idx="782">No</cx:pt>
          <cx:pt idx="783">No</cx:pt>
          <cx:pt idx="784">No</cx:pt>
          <cx:pt idx="785">No</cx:pt>
          <cx:pt idx="786">No</cx:pt>
          <cx:pt idx="787">No</cx:pt>
          <cx:pt idx="788">No</cx:pt>
          <cx:pt idx="789">No</cx:pt>
          <cx:pt idx="790">No</cx:pt>
          <cx:pt idx="791">No</cx:pt>
          <cx:pt idx="792">No</cx:pt>
          <cx:pt idx="793">No</cx:pt>
          <cx:pt idx="794">No</cx:pt>
          <cx:pt idx="795">No</cx:pt>
          <cx:pt idx="796">No</cx:pt>
          <cx:pt idx="797">No</cx:pt>
          <cx:pt idx="798">No</cx:pt>
          <cx:pt idx="799">No</cx:pt>
          <cx:pt idx="800">No</cx:pt>
          <cx:pt idx="801">No</cx:pt>
          <cx:pt idx="802">No</cx:pt>
          <cx:pt idx="803">No</cx:pt>
          <cx:pt idx="804">No</cx:pt>
          <cx:pt idx="805">No</cx:pt>
          <cx:pt idx="806">No</cx:pt>
          <cx:pt idx="807">No</cx:pt>
          <cx:pt idx="808">No</cx:pt>
          <cx:pt idx="809">No</cx:pt>
          <cx:pt idx="810">No</cx:pt>
          <cx:pt idx="811">No</cx:pt>
          <cx:pt idx="812">No</cx:pt>
          <cx:pt idx="813">No</cx:pt>
          <cx:pt idx="814">No</cx:pt>
          <cx:pt idx="815">No</cx:pt>
          <cx:pt idx="816">No</cx:pt>
          <cx:pt idx="817">No</cx:pt>
          <cx:pt idx="818">No</cx:pt>
          <cx:pt idx="819">No</cx:pt>
          <cx:pt idx="820">No</cx:pt>
          <cx:pt idx="821">No</cx:pt>
          <cx:pt idx="822">No</cx:pt>
          <cx:pt idx="823">No</cx:pt>
          <cx:pt idx="824">No</cx:pt>
          <cx:pt idx="825">No</cx:pt>
          <cx:pt idx="826">No</cx:pt>
          <cx:pt idx="827">No</cx:pt>
          <cx:pt idx="828">No</cx:pt>
          <cx:pt idx="829">No</cx:pt>
          <cx:pt idx="830">No</cx:pt>
          <cx:pt idx="831">No</cx:pt>
          <cx:pt idx="832">No</cx:pt>
          <cx:pt idx="833">No</cx:pt>
          <cx:pt idx="834">No</cx:pt>
          <cx:pt idx="835">No</cx:pt>
          <cx:pt idx="836">No</cx:pt>
          <cx:pt idx="837">No</cx:pt>
          <cx:pt idx="838">No</cx:pt>
          <cx:pt idx="839">No</cx:pt>
          <cx:pt idx="840">No</cx:pt>
          <cx:pt idx="841">No</cx:pt>
          <cx:pt idx="842">No</cx:pt>
          <cx:pt idx="843">No</cx:pt>
          <cx:pt idx="844">No</cx:pt>
          <cx:pt idx="845">No</cx:pt>
          <cx:pt idx="846">No</cx:pt>
          <cx:pt idx="847">No</cx:pt>
          <cx:pt idx="848">No</cx:pt>
          <cx:pt idx="849">No</cx:pt>
          <cx:pt idx="850">No</cx:pt>
          <cx:pt idx="851">No</cx:pt>
          <cx:pt idx="852">No</cx:pt>
          <cx:pt idx="853">No</cx:pt>
          <cx:pt idx="854">No</cx:pt>
          <cx:pt idx="855">No</cx:pt>
          <cx:pt idx="856">No</cx:pt>
          <cx:pt idx="857">No</cx:pt>
          <cx:pt idx="858">No</cx:pt>
          <cx:pt idx="859">No</cx:pt>
          <cx:pt idx="860">No</cx:pt>
          <cx:pt idx="861">No</cx:pt>
          <cx:pt idx="862">No</cx:pt>
          <cx:pt idx="863">No</cx:pt>
          <cx:pt idx="864">No</cx:pt>
          <cx:pt idx="865">No</cx:pt>
          <cx:pt idx="866">No</cx:pt>
          <cx:pt idx="867">No</cx:pt>
          <cx:pt idx="868">No</cx:pt>
          <cx:pt idx="869">No</cx:pt>
          <cx:pt idx="870">No</cx:pt>
          <cx:pt idx="871">No</cx:pt>
          <cx:pt idx="872">No</cx:pt>
          <cx:pt idx="873">No</cx:pt>
          <cx:pt idx="874">No</cx:pt>
          <cx:pt idx="875">No</cx:pt>
          <cx:pt idx="876">No</cx:pt>
          <cx:pt idx="877">No</cx:pt>
          <cx:pt idx="878">No</cx:pt>
          <cx:pt idx="879">No</cx:pt>
          <cx:pt idx="880">No</cx:pt>
          <cx:pt idx="881">No</cx:pt>
          <cx:pt idx="882">No</cx:pt>
          <cx:pt idx="883">No</cx:pt>
          <cx:pt idx="884">No</cx:pt>
          <cx:pt idx="885">No</cx:pt>
          <cx:pt idx="886">No</cx:pt>
          <cx:pt idx="887">No</cx:pt>
          <cx:pt idx="888">No</cx:pt>
          <cx:pt idx="889">No</cx:pt>
          <cx:pt idx="890">No</cx:pt>
          <cx:pt idx="891">No</cx:pt>
          <cx:pt idx="892">No</cx:pt>
          <cx:pt idx="893">No</cx:pt>
          <cx:pt idx="894">No</cx:pt>
          <cx:pt idx="895">No</cx:pt>
          <cx:pt idx="896">No</cx:pt>
          <cx:pt idx="897">No</cx:pt>
          <cx:pt idx="898">No</cx:pt>
          <cx:pt idx="899">No</cx:pt>
          <cx:pt idx="900">No</cx:pt>
          <cx:pt idx="901">No</cx:pt>
          <cx:pt idx="902">No</cx:pt>
          <cx:pt idx="903">No</cx:pt>
          <cx:pt idx="904">No</cx:pt>
          <cx:pt idx="905">No</cx:pt>
          <cx:pt idx="906">No</cx:pt>
          <cx:pt idx="907">No</cx:pt>
          <cx:pt idx="908">No</cx:pt>
          <cx:pt idx="909">No</cx:pt>
          <cx:pt idx="910">No</cx:pt>
          <cx:pt idx="911">No</cx:pt>
          <cx:pt idx="912">No</cx:pt>
          <cx:pt idx="913">No</cx:pt>
          <cx:pt idx="914">No</cx:pt>
          <cx:pt idx="915">No</cx:pt>
          <cx:pt idx="916">No</cx:pt>
          <cx:pt idx="917">No</cx:pt>
          <cx:pt idx="918">No</cx:pt>
          <cx:pt idx="919">No</cx:pt>
          <cx:pt idx="920">No</cx:pt>
          <cx:pt idx="921">No</cx:pt>
          <cx:pt idx="922">No</cx:pt>
          <cx:pt idx="923">No</cx:pt>
          <cx:pt idx="924">No</cx:pt>
          <cx:pt idx="925">No</cx:pt>
          <cx:pt idx="926">No</cx:pt>
          <cx:pt idx="927">No</cx:pt>
          <cx:pt idx="928">No</cx:pt>
          <cx:pt idx="929">No</cx:pt>
          <cx:pt idx="930">No</cx:pt>
          <cx:pt idx="931">No</cx:pt>
          <cx:pt idx="932">No</cx:pt>
          <cx:pt idx="933">No</cx:pt>
          <cx:pt idx="934">No</cx:pt>
          <cx:pt idx="935">No</cx:pt>
          <cx:pt idx="936">No</cx:pt>
          <cx:pt idx="937">No</cx:pt>
          <cx:pt idx="938">No</cx:pt>
          <cx:pt idx="939">No</cx:pt>
          <cx:pt idx="940">No</cx:pt>
          <cx:pt idx="941">No</cx:pt>
          <cx:pt idx="942">No</cx:pt>
          <cx:pt idx="943">No</cx:pt>
          <cx:pt idx="944">No</cx:pt>
          <cx:pt idx="945">No</cx:pt>
          <cx:pt idx="946">No</cx:pt>
          <cx:pt idx="947">No</cx:pt>
          <cx:pt idx="948">No</cx:pt>
          <cx:pt idx="949">No</cx:pt>
          <cx:pt idx="950">No</cx:pt>
          <cx:pt idx="951">No</cx:pt>
          <cx:pt idx="952">No</cx:pt>
          <cx:pt idx="953">No</cx:pt>
          <cx:pt idx="954">No</cx:pt>
          <cx:pt idx="955">No</cx:pt>
          <cx:pt idx="956">No</cx:pt>
          <cx:pt idx="957">No</cx:pt>
          <cx:pt idx="958">No</cx:pt>
          <cx:pt idx="959">No</cx:pt>
          <cx:pt idx="960">No</cx:pt>
          <cx:pt idx="961">No</cx:pt>
          <cx:pt idx="962">No</cx:pt>
          <cx:pt idx="963">No</cx:pt>
          <cx:pt idx="964">No</cx:pt>
          <cx:pt idx="965">No</cx:pt>
          <cx:pt idx="966">No</cx:pt>
          <cx:pt idx="967">No</cx:pt>
          <cx:pt idx="968">No</cx:pt>
          <cx:pt idx="969">No</cx:pt>
          <cx:pt idx="970">No</cx:pt>
          <cx:pt idx="971">No</cx:pt>
          <cx:pt idx="972">No</cx:pt>
          <cx:pt idx="973">No</cx:pt>
          <cx:pt idx="974">No</cx:pt>
          <cx:pt idx="975">No</cx:pt>
          <cx:pt idx="976">No</cx:pt>
          <cx:pt idx="977">No</cx:pt>
          <cx:pt idx="978">No</cx:pt>
          <cx:pt idx="979">No</cx:pt>
          <cx:pt idx="980">No</cx:pt>
          <cx:pt idx="981">No</cx:pt>
          <cx:pt idx="982">No</cx:pt>
          <cx:pt idx="983">No</cx:pt>
          <cx:pt idx="984">No</cx:pt>
          <cx:pt idx="985">No</cx:pt>
          <cx:pt idx="986">No</cx:pt>
          <cx:pt idx="987">No</cx:pt>
          <cx:pt idx="988">No</cx:pt>
          <cx:pt idx="989">No</cx:pt>
          <cx:pt idx="990">No</cx:pt>
          <cx:pt idx="991">No</cx:pt>
          <cx:pt idx="992">No</cx:pt>
          <cx:pt idx="993">No</cx:pt>
          <cx:pt idx="994">No</cx:pt>
          <cx:pt idx="995">No</cx:pt>
          <cx:pt idx="996">No</cx:pt>
          <cx:pt idx="997">No</cx:pt>
          <cx:pt idx="998">No</cx:pt>
          <cx:pt idx="999">No</cx:pt>
          <cx:pt idx="1000">No</cx:pt>
          <cx:pt idx="1001">No</cx:pt>
          <cx:pt idx="1002">No</cx:pt>
          <cx:pt idx="1003">No</cx:pt>
          <cx:pt idx="1004">No</cx:pt>
          <cx:pt idx="1005">No</cx:pt>
          <cx:pt idx="1006">No</cx:pt>
          <cx:pt idx="1007">No</cx:pt>
          <cx:pt idx="1008">No</cx:pt>
          <cx:pt idx="1009">No</cx:pt>
          <cx:pt idx="1010">No</cx:pt>
          <cx:pt idx="1011">No</cx:pt>
          <cx:pt idx="1012">No</cx:pt>
          <cx:pt idx="1013">No</cx:pt>
          <cx:pt idx="1014">No</cx:pt>
          <cx:pt idx="1015">No</cx:pt>
          <cx:pt idx="1016">No</cx:pt>
          <cx:pt idx="1017">No</cx:pt>
          <cx:pt idx="1018">No</cx:pt>
          <cx:pt idx="1019">No</cx:pt>
          <cx:pt idx="1020">No</cx:pt>
          <cx:pt idx="1021">No</cx:pt>
          <cx:pt idx="1022">No</cx:pt>
          <cx:pt idx="1023">No</cx:pt>
          <cx:pt idx="1024">No</cx:pt>
          <cx:pt idx="1025">No</cx:pt>
          <cx:pt idx="1026">No</cx:pt>
          <cx:pt idx="1027">No</cx:pt>
          <cx:pt idx="1028">No</cx:pt>
          <cx:pt idx="1029">No</cx:pt>
          <cx:pt idx="1030">No</cx:pt>
          <cx:pt idx="1031">No</cx:pt>
          <cx:pt idx="1032">No</cx:pt>
          <cx:pt idx="1033">No</cx:pt>
          <cx:pt idx="1034">No</cx:pt>
          <cx:pt idx="1035">No</cx:pt>
          <cx:pt idx="1036">No</cx:pt>
          <cx:pt idx="1037">No</cx:pt>
          <cx:pt idx="1038">No</cx:pt>
          <cx:pt idx="1039">No</cx:pt>
          <cx:pt idx="1040">No</cx:pt>
          <cx:pt idx="1041">No</cx:pt>
          <cx:pt idx="1042">No</cx:pt>
          <cx:pt idx="1043">No</cx:pt>
          <cx:pt idx="1044">No</cx:pt>
          <cx:pt idx="1045">No</cx:pt>
          <cx:pt idx="1046">No</cx:pt>
          <cx:pt idx="1047">No</cx:pt>
          <cx:pt idx="1048">No</cx:pt>
          <cx:pt idx="1049">No</cx:pt>
          <cx:pt idx="1050">No</cx:pt>
          <cx:pt idx="1051">No</cx:pt>
          <cx:pt idx="1052">No</cx:pt>
          <cx:pt idx="1053">No</cx:pt>
          <cx:pt idx="1054">No</cx:pt>
          <cx:pt idx="1055">No</cx:pt>
          <cx:pt idx="1056">No</cx:pt>
          <cx:pt idx="1057">No</cx:pt>
          <cx:pt idx="1058">No</cx:pt>
          <cx:pt idx="1059">No</cx:pt>
          <cx:pt idx="1060">No</cx:pt>
          <cx:pt idx="1061">No</cx:pt>
          <cx:pt idx="1062">No</cx:pt>
          <cx:pt idx="1063">No</cx:pt>
          <cx:pt idx="1064">No</cx:pt>
          <cx:pt idx="1065">No</cx:pt>
          <cx:pt idx="1066">No</cx:pt>
          <cx:pt idx="1067">No</cx:pt>
          <cx:pt idx="1068">No</cx:pt>
          <cx:pt idx="1069">No</cx:pt>
          <cx:pt idx="1070">No</cx:pt>
          <cx:pt idx="1071">No</cx:pt>
          <cx:pt idx="1072">No</cx:pt>
          <cx:pt idx="1073">No</cx:pt>
          <cx:pt idx="1074">No</cx:pt>
          <cx:pt idx="1075">No</cx:pt>
          <cx:pt idx="1076">No</cx:pt>
          <cx:pt idx="1077">No</cx:pt>
          <cx:pt idx="1078">No</cx:pt>
          <cx:pt idx="1079">No</cx:pt>
          <cx:pt idx="1080">No</cx:pt>
          <cx:pt idx="1081">No</cx:pt>
          <cx:pt idx="1082">No</cx:pt>
          <cx:pt idx="1083">No</cx:pt>
          <cx:pt idx="1084">No</cx:pt>
          <cx:pt idx="1085">No</cx:pt>
          <cx:pt idx="1086">No</cx:pt>
          <cx:pt idx="1087">No</cx:pt>
          <cx:pt idx="1088">No</cx:pt>
          <cx:pt idx="1089">No</cx:pt>
          <cx:pt idx="1090">No</cx:pt>
          <cx:pt idx="1091">No</cx:pt>
          <cx:pt idx="1092">No</cx:pt>
          <cx:pt idx="1093">No</cx:pt>
          <cx:pt idx="1094">No</cx:pt>
          <cx:pt idx="1095">No</cx:pt>
          <cx:pt idx="1096">No</cx:pt>
          <cx:pt idx="1097">No</cx:pt>
          <cx:pt idx="1098">No</cx:pt>
          <cx:pt idx="1099">No</cx:pt>
          <cx:pt idx="1100">No</cx:pt>
          <cx:pt idx="1101">No</cx:pt>
          <cx:pt idx="1102">No</cx:pt>
          <cx:pt idx="1103">No</cx:pt>
          <cx:pt idx="1104">No</cx:pt>
          <cx:pt idx="1105">No</cx:pt>
          <cx:pt idx="1106">No</cx:pt>
          <cx:pt idx="1107">No</cx:pt>
          <cx:pt idx="1108">No</cx:pt>
          <cx:pt idx="1109">No</cx:pt>
          <cx:pt idx="1110">No</cx:pt>
          <cx:pt idx="1111">No</cx:pt>
          <cx:pt idx="1112">No</cx:pt>
          <cx:pt idx="1113">No</cx:pt>
          <cx:pt idx="1114">No</cx:pt>
          <cx:pt idx="1115">No</cx:pt>
          <cx:pt idx="1116">No</cx:pt>
          <cx:pt idx="1117">No</cx:pt>
          <cx:pt idx="1118">No</cx:pt>
          <cx:pt idx="1119">No</cx:pt>
          <cx:pt idx="1120">No</cx:pt>
          <cx:pt idx="1121">No</cx:pt>
          <cx:pt idx="1122">No</cx:pt>
          <cx:pt idx="1123">No</cx:pt>
          <cx:pt idx="1124">No</cx:pt>
          <cx:pt idx="1125">No</cx:pt>
          <cx:pt idx="1126">No</cx:pt>
          <cx:pt idx="1127">No</cx:pt>
          <cx:pt idx="1128">No</cx:pt>
          <cx:pt idx="1129">No</cx:pt>
          <cx:pt idx="1130">No</cx:pt>
          <cx:pt idx="1131">No</cx:pt>
          <cx:pt idx="1132">No</cx:pt>
          <cx:pt idx="1133">No</cx:pt>
          <cx:pt idx="1134">No</cx:pt>
          <cx:pt idx="1135">No</cx:pt>
          <cx:pt idx="1136">No</cx:pt>
          <cx:pt idx="1137">No</cx:pt>
          <cx:pt idx="1138">No</cx:pt>
          <cx:pt idx="1139">No</cx:pt>
          <cx:pt idx="1140">No</cx:pt>
          <cx:pt idx="1141">No</cx:pt>
          <cx:pt idx="1142">No</cx:pt>
          <cx:pt idx="1143">No</cx:pt>
          <cx:pt idx="1144">No</cx:pt>
          <cx:pt idx="1145">No</cx:pt>
          <cx:pt idx="1146">No</cx:pt>
          <cx:pt idx="1147">No</cx:pt>
          <cx:pt idx="1148">No</cx:pt>
          <cx:pt idx="1149">No</cx:pt>
          <cx:pt idx="1150">No</cx:pt>
          <cx:pt idx="1151">No</cx:pt>
          <cx:pt idx="1152">No</cx:pt>
          <cx:pt idx="1153">No</cx:pt>
          <cx:pt idx="1154">No</cx:pt>
          <cx:pt idx="1155">No</cx:pt>
          <cx:pt idx="1156">No</cx:pt>
          <cx:pt idx="1157">No</cx:pt>
          <cx:pt idx="1158">No</cx:pt>
          <cx:pt idx="1159">No</cx:pt>
          <cx:pt idx="1160">No</cx:pt>
          <cx:pt idx="1161">No</cx:pt>
          <cx:pt idx="1162">No</cx:pt>
          <cx:pt idx="1163">No</cx:pt>
          <cx:pt idx="1164">No</cx:pt>
          <cx:pt idx="1165">No</cx:pt>
          <cx:pt idx="1166">No</cx:pt>
          <cx:pt idx="1167">No</cx:pt>
          <cx:pt idx="1168">No</cx:pt>
          <cx:pt idx="1169">No</cx:pt>
          <cx:pt idx="1170">No</cx:pt>
          <cx:pt idx="1171">No</cx:pt>
          <cx:pt idx="1172">No</cx:pt>
          <cx:pt idx="1173">No</cx:pt>
          <cx:pt idx="1174">No</cx:pt>
          <cx:pt idx="1175">No</cx:pt>
          <cx:pt idx="1176">No</cx:pt>
          <cx:pt idx="1177">No</cx:pt>
          <cx:pt idx="1178">No</cx:pt>
          <cx:pt idx="1179">No</cx:pt>
          <cx:pt idx="1180">No</cx:pt>
          <cx:pt idx="1181">No</cx:pt>
          <cx:pt idx="1182">No</cx:pt>
          <cx:pt idx="1183">No</cx:pt>
          <cx:pt idx="1184">No</cx:pt>
          <cx:pt idx="1185">No</cx:pt>
          <cx:pt idx="1186">No</cx:pt>
          <cx:pt idx="1187">No</cx:pt>
          <cx:pt idx="1188">No</cx:pt>
          <cx:pt idx="1189">No</cx:pt>
          <cx:pt idx="1190">No</cx:pt>
          <cx:pt idx="1191">No</cx:pt>
          <cx:pt idx="1192">No</cx:pt>
          <cx:pt idx="1193">No</cx:pt>
          <cx:pt idx="1194">No</cx:pt>
          <cx:pt idx="1195">No</cx:pt>
          <cx:pt idx="1196">No</cx:pt>
          <cx:pt idx="1197">No</cx:pt>
          <cx:pt idx="1198">No</cx:pt>
          <cx:pt idx="1199">No</cx:pt>
          <cx:pt idx="1200">No</cx:pt>
          <cx:pt idx="1201">No</cx:pt>
          <cx:pt idx="1202">No</cx:pt>
          <cx:pt idx="1203">No</cx:pt>
          <cx:pt idx="1204">No</cx:pt>
          <cx:pt idx="1205">No</cx:pt>
          <cx:pt idx="1206">No</cx:pt>
          <cx:pt idx="1207">No</cx:pt>
          <cx:pt idx="1208">No</cx:pt>
          <cx:pt idx="1209">No</cx:pt>
          <cx:pt idx="1210">No</cx:pt>
          <cx:pt idx="1211">No</cx:pt>
          <cx:pt idx="1212">No</cx:pt>
          <cx:pt idx="1213">No</cx:pt>
          <cx:pt idx="1214">No</cx:pt>
          <cx:pt idx="1215">No</cx:pt>
          <cx:pt idx="1216">No</cx:pt>
          <cx:pt idx="1217">No</cx:pt>
          <cx:pt idx="1218">No</cx:pt>
          <cx:pt idx="1219">No</cx:pt>
          <cx:pt idx="1220">No</cx:pt>
          <cx:pt idx="1221">No</cx:pt>
          <cx:pt idx="1222">No</cx:pt>
          <cx:pt idx="1223">No</cx:pt>
          <cx:pt idx="1224">No</cx:pt>
          <cx:pt idx="1225">No</cx:pt>
          <cx:pt idx="1226">No</cx:pt>
          <cx:pt idx="1227">No</cx:pt>
          <cx:pt idx="1228">No</cx:pt>
          <cx:pt idx="1229">No</cx:pt>
          <cx:pt idx="1230">No</cx:pt>
          <cx:pt idx="1231">No</cx:pt>
          <cx:pt idx="1232">No</cx:pt>
          <cx:pt idx="1233">No</cx:pt>
          <cx:pt idx="1234">No</cx:pt>
          <cx:pt idx="1235">No</cx:pt>
          <cx:pt idx="1236">No</cx:pt>
          <cx:pt idx="1237">No</cx:pt>
          <cx:pt idx="1238">No</cx:pt>
          <cx:pt idx="1239">No</cx:pt>
          <cx:pt idx="1240">No</cx:pt>
          <cx:pt idx="1241">No</cx:pt>
          <cx:pt idx="1242">No</cx:pt>
          <cx:pt idx="1243">No</cx:pt>
          <cx:pt idx="1244">No</cx:pt>
          <cx:pt idx="1245">No</cx:pt>
          <cx:pt idx="1246">No</cx:pt>
          <cx:pt idx="1247">No</cx:pt>
          <cx:pt idx="1248">No</cx:pt>
          <cx:pt idx="1249">No</cx:pt>
          <cx:pt idx="1250">No</cx:pt>
          <cx:pt idx="1251">No</cx:pt>
          <cx:pt idx="1252">No</cx:pt>
          <cx:pt idx="1253">No</cx:pt>
          <cx:pt idx="1254">No</cx:pt>
          <cx:pt idx="1255">No</cx:pt>
          <cx:pt idx="1256">No</cx:pt>
          <cx:pt idx="1257">No</cx:pt>
          <cx:pt idx="1258">No</cx:pt>
          <cx:pt idx="1259">No</cx:pt>
          <cx:pt idx="1260">No</cx:pt>
          <cx:pt idx="1261">No</cx:pt>
          <cx:pt idx="1262">No</cx:pt>
          <cx:pt idx="1263">No</cx:pt>
          <cx:pt idx="1264">No</cx:pt>
          <cx:pt idx="1265">No</cx:pt>
          <cx:pt idx="1266">No</cx:pt>
          <cx:pt idx="1267">No</cx:pt>
          <cx:pt idx="1268">No</cx:pt>
          <cx:pt idx="1269">No</cx:pt>
          <cx:pt idx="1270">No</cx:pt>
          <cx:pt idx="1271">No</cx:pt>
          <cx:pt idx="1272">No</cx:pt>
          <cx:pt idx="1273">No</cx:pt>
          <cx:pt idx="1274">No</cx:pt>
          <cx:pt idx="1275">No</cx:pt>
          <cx:pt idx="1276">No</cx:pt>
          <cx:pt idx="1277">No</cx:pt>
          <cx:pt idx="1278">No</cx:pt>
          <cx:pt idx="1279">No</cx:pt>
          <cx:pt idx="1280">No</cx:pt>
          <cx:pt idx="1281">No</cx:pt>
          <cx:pt idx="1282">No</cx:pt>
          <cx:pt idx="1283">No</cx:pt>
          <cx:pt idx="1284">No</cx:pt>
          <cx:pt idx="1285">No</cx:pt>
          <cx:pt idx="1286">No</cx:pt>
          <cx:pt idx="1287">No</cx:pt>
          <cx:pt idx="1288">No</cx:pt>
          <cx:pt idx="1289">No</cx:pt>
          <cx:pt idx="1290">No</cx:pt>
          <cx:pt idx="1291">No</cx:pt>
          <cx:pt idx="1292">No</cx:pt>
          <cx:pt idx="1293">No</cx:pt>
          <cx:pt idx="1294">No</cx:pt>
          <cx:pt idx="1295">No</cx:pt>
          <cx:pt idx="1296">No</cx:pt>
          <cx:pt idx="1297">No</cx:pt>
          <cx:pt idx="1298">No</cx:pt>
          <cx:pt idx="1299">No</cx:pt>
          <cx:pt idx="1300">No</cx:pt>
          <cx:pt idx="1301">No</cx:pt>
          <cx:pt idx="1302">No</cx:pt>
          <cx:pt idx="1303">No</cx:pt>
          <cx:pt idx="1304">No</cx:pt>
          <cx:pt idx="1305">No</cx:pt>
          <cx:pt idx="1306">No</cx:pt>
          <cx:pt idx="1307">No</cx:pt>
          <cx:pt idx="1308">No</cx:pt>
          <cx:pt idx="1309">No</cx:pt>
          <cx:pt idx="1310">No</cx:pt>
          <cx:pt idx="1311">No</cx:pt>
          <cx:pt idx="1312">No</cx:pt>
          <cx:pt idx="1313">No</cx:pt>
          <cx:pt idx="1314">No</cx:pt>
          <cx:pt idx="1315">No</cx:pt>
          <cx:pt idx="1316">No</cx:pt>
          <cx:pt idx="1317">No</cx:pt>
          <cx:pt idx="1318">No</cx:pt>
          <cx:pt idx="1319">No</cx:pt>
          <cx:pt idx="1320">No</cx:pt>
          <cx:pt idx="1321">No</cx:pt>
          <cx:pt idx="1322">No</cx:pt>
          <cx:pt idx="1323">No</cx:pt>
          <cx:pt idx="1324">No</cx:pt>
          <cx:pt idx="1325">No</cx:pt>
          <cx:pt idx="1326">No</cx:pt>
          <cx:pt idx="1327">No</cx:pt>
          <cx:pt idx="1328">No</cx:pt>
          <cx:pt idx="1329">No</cx:pt>
          <cx:pt idx="1330">No</cx:pt>
          <cx:pt idx="1331">No</cx:pt>
          <cx:pt idx="1332">No</cx:pt>
          <cx:pt idx="1333">No</cx:pt>
          <cx:pt idx="1334">No</cx:pt>
          <cx:pt idx="1335">No</cx:pt>
          <cx:pt idx="1336">No</cx:pt>
          <cx:pt idx="1337">No</cx:pt>
          <cx:pt idx="1338">No</cx:pt>
          <cx:pt idx="1339">No</cx:pt>
          <cx:pt idx="1340">No</cx:pt>
          <cx:pt idx="1341">No</cx:pt>
          <cx:pt idx="1342">No</cx:pt>
          <cx:pt idx="1343">No</cx:pt>
          <cx:pt idx="1344">No</cx:pt>
          <cx:pt idx="1345">No</cx:pt>
          <cx:pt idx="1346">No</cx:pt>
          <cx:pt idx="1347">No</cx:pt>
          <cx:pt idx="1348">No</cx:pt>
          <cx:pt idx="1349">No</cx:pt>
          <cx:pt idx="1350">No</cx:pt>
          <cx:pt idx="1351">No</cx:pt>
          <cx:pt idx="1352">No</cx:pt>
          <cx:pt idx="1353">No</cx:pt>
          <cx:pt idx="1354">No</cx:pt>
          <cx:pt idx="1355">No</cx:pt>
          <cx:pt idx="1356">No</cx:pt>
          <cx:pt idx="1357">No</cx:pt>
          <cx:pt idx="1358">No</cx:pt>
          <cx:pt idx="1359">No</cx:pt>
          <cx:pt idx="1360">No</cx:pt>
          <cx:pt idx="1361">No</cx:pt>
          <cx:pt idx="1362">No</cx:pt>
          <cx:pt idx="1363">No</cx:pt>
          <cx:pt idx="1364">No</cx:pt>
          <cx:pt idx="1365">No</cx:pt>
          <cx:pt idx="1366">No</cx:pt>
          <cx:pt idx="1367">No</cx:pt>
          <cx:pt idx="1368">No</cx:pt>
          <cx:pt idx="1369">No</cx:pt>
          <cx:pt idx="1370">No</cx:pt>
          <cx:pt idx="1371">No</cx:pt>
          <cx:pt idx="1372">No</cx:pt>
          <cx:pt idx="1373">No</cx:pt>
          <cx:pt idx="1374">No</cx:pt>
          <cx:pt idx="1375">No</cx:pt>
          <cx:pt idx="1376">No</cx:pt>
          <cx:pt idx="1377">No</cx:pt>
          <cx:pt idx="1378">No</cx:pt>
          <cx:pt idx="1379">No</cx:pt>
          <cx:pt idx="1380">No</cx:pt>
          <cx:pt idx="1381">No</cx:pt>
          <cx:pt idx="1382">No</cx:pt>
          <cx:pt idx="1383">No</cx:pt>
          <cx:pt idx="1384">No</cx:pt>
          <cx:pt idx="1385">No</cx:pt>
          <cx:pt idx="1386">No</cx:pt>
          <cx:pt idx="1387">No</cx:pt>
          <cx:pt idx="1388">No</cx:pt>
          <cx:pt idx="1389">No</cx:pt>
          <cx:pt idx="1390">No</cx:pt>
          <cx:pt idx="1391">No</cx:pt>
          <cx:pt idx="1392">No</cx:pt>
          <cx:pt idx="1393">No</cx:pt>
          <cx:pt idx="1394">No</cx:pt>
          <cx:pt idx="1395">No</cx:pt>
          <cx:pt idx="1396">No</cx:pt>
          <cx:pt idx="1397">No</cx:pt>
          <cx:pt idx="1398">No</cx:pt>
          <cx:pt idx="1399">No</cx:pt>
          <cx:pt idx="1400">No</cx:pt>
          <cx:pt idx="1401">No</cx:pt>
          <cx:pt idx="1402">No</cx:pt>
          <cx:pt idx="1403">No</cx:pt>
          <cx:pt idx="1404">No</cx:pt>
          <cx:pt idx="1405">No</cx:pt>
          <cx:pt idx="1406">No</cx:pt>
          <cx:pt idx="1407">No</cx:pt>
          <cx:pt idx="1408">No</cx:pt>
          <cx:pt idx="1409">No</cx:pt>
          <cx:pt idx="1410">No</cx:pt>
          <cx:pt idx="1411">No</cx:pt>
          <cx:pt idx="1412">No</cx:pt>
          <cx:pt idx="1413">No</cx:pt>
          <cx:pt idx="1414">No</cx:pt>
          <cx:pt idx="1415">No</cx:pt>
          <cx:pt idx="1416">No</cx:pt>
          <cx:pt idx="1417">No</cx:pt>
          <cx:pt idx="1418">No</cx:pt>
          <cx:pt idx="1419">No</cx:pt>
          <cx:pt idx="1420">No</cx:pt>
          <cx:pt idx="1421">No</cx:pt>
          <cx:pt idx="1422">No</cx:pt>
          <cx:pt idx="1423">No</cx:pt>
          <cx:pt idx="1424">No</cx:pt>
          <cx:pt idx="1425">No</cx:pt>
          <cx:pt idx="1426">No</cx:pt>
          <cx:pt idx="1427">No</cx:pt>
          <cx:pt idx="1428">No</cx:pt>
          <cx:pt idx="1429">No</cx:pt>
          <cx:pt idx="1430">No</cx:pt>
          <cx:pt idx="1431">No</cx:pt>
          <cx:pt idx="1432">No</cx:pt>
          <cx:pt idx="1433">No</cx:pt>
          <cx:pt idx="1434">No</cx:pt>
          <cx:pt idx="1435">No</cx:pt>
          <cx:pt idx="1436">No</cx:pt>
          <cx:pt idx="1437">No</cx:pt>
          <cx:pt idx="1438">No</cx:pt>
          <cx:pt idx="1439">No</cx:pt>
          <cx:pt idx="1440">No</cx:pt>
          <cx:pt idx="1441">No</cx:pt>
          <cx:pt idx="1442">No</cx:pt>
          <cx:pt idx="1443">No</cx:pt>
          <cx:pt idx="1444">No</cx:pt>
          <cx:pt idx="1445">No</cx:pt>
          <cx:pt idx="1446">No</cx:pt>
          <cx:pt idx="1447">No</cx:pt>
          <cx:pt idx="1448">No</cx:pt>
          <cx:pt idx="1449">No</cx:pt>
          <cx:pt idx="1450">No</cx:pt>
          <cx:pt idx="1451">No</cx:pt>
          <cx:pt idx="1452">No</cx:pt>
          <cx:pt idx="1453">No</cx:pt>
          <cx:pt idx="1454">No</cx:pt>
          <cx:pt idx="1455">No</cx:pt>
          <cx:pt idx="1456">No</cx:pt>
          <cx:pt idx="1457">No</cx:pt>
          <cx:pt idx="1458">No</cx:pt>
          <cx:pt idx="1459">No</cx:pt>
          <cx:pt idx="1460">Yes</cx:pt>
          <cx:pt idx="1461">Yes</cx:pt>
          <cx:pt idx="1462">Yes</cx:pt>
          <cx:pt idx="1463">Yes</cx:pt>
          <cx:pt idx="1464">Yes</cx:pt>
          <cx:pt idx="1465">Yes</cx:pt>
          <cx:pt idx="1466">Yes</cx:pt>
          <cx:pt idx="1467">Yes</cx:pt>
          <cx:pt idx="1468">Yes</cx:pt>
          <cx:pt idx="1469">Yes</cx:pt>
          <cx:pt idx="1470">Yes</cx:pt>
          <cx:pt idx="1471">Yes</cx:pt>
          <cx:pt idx="1472">Yes</cx:pt>
          <cx:pt idx="1473">Yes</cx:pt>
          <cx:pt idx="1474">Yes</cx:pt>
          <cx:pt idx="1475">Yes</cx:pt>
          <cx:pt idx="1476">Yes</cx:pt>
          <cx:pt idx="1477">Yes</cx:pt>
          <cx:pt idx="1478">Yes</cx:pt>
          <cx:pt idx="1479">Yes</cx:pt>
          <cx:pt idx="1480">Yes</cx:pt>
          <cx:pt idx="1481">Yes</cx:pt>
          <cx:pt idx="1482">Yes</cx:pt>
          <cx:pt idx="1483">Yes</cx:pt>
          <cx:pt idx="1484">Yes</cx:pt>
          <cx:pt idx="1485">Yes</cx:pt>
          <cx:pt idx="1486">Yes</cx:pt>
          <cx:pt idx="1487">Yes</cx:pt>
          <cx:pt idx="1488">Yes</cx:pt>
          <cx:pt idx="1489">Yes</cx:pt>
          <cx:pt idx="1490">Yes</cx:pt>
          <cx:pt idx="1491">Yes</cx:pt>
          <cx:pt idx="1492">Yes</cx:pt>
          <cx:pt idx="1493">Yes</cx:pt>
          <cx:pt idx="1494">Yes</cx:pt>
          <cx:pt idx="1495">Yes</cx:pt>
          <cx:pt idx="1496">Yes</cx:pt>
          <cx:pt idx="1497">Yes</cx:pt>
          <cx:pt idx="1498">Yes</cx:pt>
          <cx:pt idx="1499">Yes</cx:pt>
          <cx:pt idx="1500">Yes</cx:pt>
          <cx:pt idx="1501">Yes</cx:pt>
          <cx:pt idx="1502">Yes</cx:pt>
          <cx:pt idx="1503">Yes</cx:pt>
          <cx:pt idx="1504">Yes</cx:pt>
          <cx:pt idx="1505">Yes</cx:pt>
          <cx:pt idx="1506">Yes</cx:pt>
          <cx:pt idx="1507">Yes</cx:pt>
          <cx:pt idx="1508">Yes</cx:pt>
          <cx:pt idx="1509">Yes</cx:pt>
          <cx:pt idx="1510">Yes</cx:pt>
          <cx:pt idx="1511">Yes</cx:pt>
          <cx:pt idx="1512">Yes</cx:pt>
          <cx:pt idx="1513">Yes</cx:pt>
          <cx:pt idx="1514">Yes</cx:pt>
          <cx:pt idx="1515">Yes</cx:pt>
          <cx:pt idx="1516">Yes</cx:pt>
          <cx:pt idx="1517">Yes</cx:pt>
          <cx:pt idx="1518">Yes</cx:pt>
          <cx:pt idx="1519">Yes</cx:pt>
          <cx:pt idx="1520">Yes</cx:pt>
          <cx:pt idx="1521">Yes</cx:pt>
          <cx:pt idx="1522">Yes</cx:pt>
          <cx:pt idx="1523">Yes</cx:pt>
          <cx:pt idx="1524">Yes</cx:pt>
          <cx:pt idx="1525">Yes</cx:pt>
          <cx:pt idx="1526">Yes</cx:pt>
          <cx:pt idx="1527">Yes</cx:pt>
          <cx:pt idx="1528">Yes</cx:pt>
          <cx:pt idx="1529">Yes</cx:pt>
          <cx:pt idx="1530">Yes</cx:pt>
          <cx:pt idx="1531">Yes</cx:pt>
          <cx:pt idx="1532">Yes</cx:pt>
          <cx:pt idx="1533">Yes</cx:pt>
          <cx:pt idx="1534">Yes</cx:pt>
          <cx:pt idx="1535">Yes</cx:pt>
          <cx:pt idx="1536">Yes</cx:pt>
          <cx:pt idx="1537">Yes</cx:pt>
          <cx:pt idx="1538">Yes</cx:pt>
          <cx:pt idx="1539">Yes</cx:pt>
          <cx:pt idx="1540">Yes</cx:pt>
          <cx:pt idx="1541">Yes</cx:pt>
          <cx:pt idx="1542">Yes</cx:pt>
          <cx:pt idx="1543">Yes</cx:pt>
          <cx:pt idx="1544">Yes</cx:pt>
          <cx:pt idx="1545">Yes</cx:pt>
          <cx:pt idx="1546">Yes</cx:pt>
          <cx:pt idx="1547">Yes</cx:pt>
          <cx:pt idx="1548">Yes</cx:pt>
          <cx:pt idx="1549">Yes</cx:pt>
          <cx:pt idx="1550">Yes</cx:pt>
          <cx:pt idx="1551">Yes</cx:pt>
          <cx:pt idx="1552">Yes</cx:pt>
          <cx:pt idx="1553">Yes</cx:pt>
          <cx:pt idx="1554">Yes</cx:pt>
          <cx:pt idx="1555">Yes</cx:pt>
          <cx:pt idx="1556">Yes</cx:pt>
          <cx:pt idx="1557">Yes</cx:pt>
          <cx:pt idx="1558">Yes</cx:pt>
          <cx:pt idx="1559">Yes</cx:pt>
          <cx:pt idx="1560">Yes</cx:pt>
          <cx:pt idx="1561">Yes</cx:pt>
          <cx:pt idx="1562">Yes</cx:pt>
          <cx:pt idx="1563">Yes</cx:pt>
          <cx:pt idx="1564">Yes</cx:pt>
          <cx:pt idx="1565">Yes</cx:pt>
          <cx:pt idx="1566">Yes</cx:pt>
          <cx:pt idx="1567">Yes</cx:pt>
          <cx:pt idx="1568">Yes</cx:pt>
          <cx:pt idx="1569">Yes</cx:pt>
          <cx:pt idx="1570">Yes</cx:pt>
          <cx:pt idx="1571">Yes</cx:pt>
          <cx:pt idx="1572">Yes</cx:pt>
          <cx:pt idx="1573">Yes</cx:pt>
          <cx:pt idx="1574">Yes</cx:pt>
          <cx:pt idx="1575">Yes</cx:pt>
          <cx:pt idx="1576">Yes</cx:pt>
          <cx:pt idx="1577">Yes</cx:pt>
          <cx:pt idx="1578">Yes</cx:pt>
          <cx:pt idx="1579">Yes</cx:pt>
          <cx:pt idx="1580">Yes</cx:pt>
          <cx:pt idx="1581">Yes</cx:pt>
          <cx:pt idx="1582">Yes</cx:pt>
          <cx:pt idx="1583">Yes</cx:pt>
          <cx:pt idx="1584">Yes</cx:pt>
          <cx:pt idx="1585">Yes</cx:pt>
          <cx:pt idx="1586">Yes</cx:pt>
          <cx:pt idx="1587">Yes</cx:pt>
          <cx:pt idx="1588">Yes</cx:pt>
          <cx:pt idx="1589">Yes</cx:pt>
          <cx:pt idx="1590">Yes</cx:pt>
          <cx:pt idx="1591">Yes</cx:pt>
          <cx:pt idx="1592">Yes</cx:pt>
          <cx:pt idx="1593">Yes</cx:pt>
          <cx:pt idx="1594">Yes</cx:pt>
          <cx:pt idx="1595">Yes</cx:pt>
          <cx:pt idx="1596">Yes</cx:pt>
          <cx:pt idx="1597">Yes</cx:pt>
          <cx:pt idx="1598">Yes</cx:pt>
          <cx:pt idx="1599">Yes</cx:pt>
          <cx:pt idx="1600">Yes</cx:pt>
          <cx:pt idx="1601">Yes</cx:pt>
          <cx:pt idx="1602">Yes</cx:pt>
          <cx:pt idx="1603">Yes</cx:pt>
          <cx:pt idx="1604">Yes</cx:pt>
          <cx:pt idx="1605">Yes</cx:pt>
          <cx:pt idx="1606">Yes</cx:pt>
          <cx:pt idx="1607">Yes</cx:pt>
          <cx:pt idx="1608">Yes</cx:pt>
          <cx:pt idx="1609">Yes</cx:pt>
          <cx:pt idx="1610">Yes</cx:pt>
          <cx:pt idx="1611">Yes</cx:pt>
          <cx:pt idx="1612">Yes</cx:pt>
          <cx:pt idx="1613">Yes</cx:pt>
          <cx:pt idx="1614">Yes</cx:pt>
          <cx:pt idx="1615">Yes</cx:pt>
          <cx:pt idx="1616">Yes</cx:pt>
          <cx:pt idx="1617">Yes</cx:pt>
          <cx:pt idx="1618">Yes</cx:pt>
          <cx:pt idx="1619">Yes</cx:pt>
          <cx:pt idx="1620">Yes</cx:pt>
          <cx:pt idx="1621">Yes</cx:pt>
          <cx:pt idx="1622">Yes</cx:pt>
          <cx:pt idx="1623">Yes</cx:pt>
          <cx:pt idx="1624">Yes</cx:pt>
          <cx:pt idx="1625">Yes</cx:pt>
          <cx:pt idx="1626">Yes</cx:pt>
          <cx:pt idx="1627">Yes</cx:pt>
          <cx:pt idx="1628">Yes</cx:pt>
          <cx:pt idx="1629">Yes</cx:pt>
          <cx:pt idx="1630">Yes</cx:pt>
          <cx:pt idx="1631">Yes</cx:pt>
          <cx:pt idx="1632">Yes</cx:pt>
          <cx:pt idx="1633">Yes</cx:pt>
          <cx:pt idx="1634">Yes</cx:pt>
          <cx:pt idx="1635">Yes</cx:pt>
          <cx:pt idx="1636">Yes</cx:pt>
          <cx:pt idx="1637">Yes</cx:pt>
          <cx:pt idx="1638">Yes</cx:pt>
          <cx:pt idx="1639">Yes</cx:pt>
          <cx:pt idx="1640">Yes</cx:pt>
          <cx:pt idx="1641">Yes</cx:pt>
          <cx:pt idx="1642">Yes</cx:pt>
          <cx:pt idx="1643">Yes</cx:pt>
          <cx:pt idx="1644">Yes</cx:pt>
          <cx:pt idx="1645">Yes</cx:pt>
          <cx:pt idx="1646">Yes</cx:pt>
          <cx:pt idx="1647">Yes</cx:pt>
          <cx:pt idx="1648">Yes</cx:pt>
          <cx:pt idx="1649">Yes</cx:pt>
          <cx:pt idx="1650">Yes</cx:pt>
          <cx:pt idx="1651">Yes</cx:pt>
          <cx:pt idx="1652">Yes</cx:pt>
          <cx:pt idx="1653">Yes</cx:pt>
          <cx:pt idx="1654">Yes</cx:pt>
          <cx:pt idx="1655">Yes</cx:pt>
          <cx:pt idx="1656">Yes</cx:pt>
          <cx:pt idx="1657">Yes</cx:pt>
          <cx:pt idx="1658">Yes</cx:pt>
          <cx:pt idx="1659">Yes</cx:pt>
          <cx:pt idx="1660">Yes</cx:pt>
          <cx:pt idx="1661">Yes</cx:pt>
          <cx:pt idx="1662">Yes</cx:pt>
          <cx:pt idx="1663">Yes</cx:pt>
          <cx:pt idx="1664">Yes</cx:pt>
          <cx:pt idx="1665">Yes</cx:pt>
          <cx:pt idx="1666">Yes</cx:pt>
          <cx:pt idx="1667">Yes</cx:pt>
          <cx:pt idx="1668">Yes</cx:pt>
          <cx:pt idx="1669">Yes</cx:pt>
          <cx:pt idx="1670">Yes</cx:pt>
          <cx:pt idx="1671">Yes</cx:pt>
          <cx:pt idx="1672">Yes</cx:pt>
          <cx:pt idx="1673">Yes</cx:pt>
          <cx:pt idx="1674">Yes</cx:pt>
          <cx:pt idx="1675">Yes</cx:pt>
          <cx:pt idx="1676">Yes</cx:pt>
          <cx:pt idx="1677">Yes</cx:pt>
          <cx:pt idx="1678">Yes</cx:pt>
          <cx:pt idx="1679">Yes</cx:pt>
          <cx:pt idx="1680">Yes</cx:pt>
          <cx:pt idx="1681">Yes</cx:pt>
          <cx:pt idx="1682">Yes</cx:pt>
          <cx:pt idx="1683">Yes</cx:pt>
          <cx:pt idx="1684">Yes</cx:pt>
          <cx:pt idx="1685">Yes</cx:pt>
          <cx:pt idx="1686">Yes</cx:pt>
          <cx:pt idx="1687">Yes</cx:pt>
          <cx:pt idx="1688">Yes</cx:pt>
          <cx:pt idx="1689">Yes</cx:pt>
          <cx:pt idx="1690">Yes</cx:pt>
          <cx:pt idx="1691">Yes</cx:pt>
          <cx:pt idx="1692">Yes</cx:pt>
          <cx:pt idx="1693">Yes</cx:pt>
          <cx:pt idx="1694">Yes</cx:pt>
          <cx:pt idx="1695">Yes</cx:pt>
          <cx:pt idx="1696">Yes</cx:pt>
          <cx:pt idx="1697">Yes</cx:pt>
          <cx:pt idx="1698">Yes</cx:pt>
          <cx:pt idx="1699">Yes</cx:pt>
          <cx:pt idx="1700">Yes</cx:pt>
          <cx:pt idx="1701">Yes</cx:pt>
          <cx:pt idx="1702">Yes</cx:pt>
          <cx:pt idx="1703">Yes</cx:pt>
          <cx:pt idx="1704">Yes</cx:pt>
          <cx:pt idx="1705">Yes</cx:pt>
          <cx:pt idx="1706">Yes</cx:pt>
          <cx:pt idx="1707">Yes</cx:pt>
          <cx:pt idx="1708">Yes</cx:pt>
          <cx:pt idx="1709">Yes</cx:pt>
          <cx:pt idx="1710">Yes</cx:pt>
          <cx:pt idx="1711">Yes</cx:pt>
          <cx:pt idx="1712">Yes</cx:pt>
          <cx:pt idx="1713">Yes</cx:pt>
          <cx:pt idx="1714">Yes</cx:pt>
          <cx:pt idx="1715">Yes</cx:pt>
          <cx:pt idx="1716">Yes</cx:pt>
          <cx:pt idx="1717">Yes</cx:pt>
          <cx:pt idx="1718">Yes</cx:pt>
          <cx:pt idx="1719">Yes</cx:pt>
          <cx:pt idx="1720">Yes</cx:pt>
          <cx:pt idx="1721">Yes</cx:pt>
          <cx:pt idx="1722">Yes</cx:pt>
          <cx:pt idx="1723">Yes</cx:pt>
          <cx:pt idx="1724">Yes</cx:pt>
          <cx:pt idx="1725">Yes</cx:pt>
          <cx:pt idx="1726">Yes</cx:pt>
          <cx:pt idx="1727">Yes</cx:pt>
          <cx:pt idx="1728">Yes</cx:pt>
          <cx:pt idx="1729">Yes</cx:pt>
          <cx:pt idx="1730">Yes</cx:pt>
          <cx:pt idx="1731">Yes</cx:pt>
          <cx:pt idx="1732">Yes</cx:pt>
          <cx:pt idx="1733">Yes</cx:pt>
          <cx:pt idx="1734">Yes</cx:pt>
          <cx:pt idx="1735">Yes</cx:pt>
          <cx:pt idx="1736">Yes</cx:pt>
          <cx:pt idx="1737">Yes</cx:pt>
          <cx:pt idx="1738">Yes</cx:pt>
          <cx:pt idx="1739">Yes</cx:pt>
          <cx:pt idx="1740">Yes</cx:pt>
          <cx:pt idx="1741">Yes</cx:pt>
          <cx:pt idx="1742">Yes</cx:pt>
          <cx:pt idx="1743">Yes</cx:pt>
          <cx:pt idx="1744">Yes</cx:pt>
          <cx:pt idx="1745">Yes</cx:pt>
          <cx:pt idx="1746">Yes</cx:pt>
          <cx:pt idx="1747">Yes</cx:pt>
          <cx:pt idx="1748">Yes</cx:pt>
          <cx:pt idx="1749">Yes</cx:pt>
          <cx:pt idx="1750">Yes</cx:pt>
          <cx:pt idx="1751">Yes</cx:pt>
          <cx:pt idx="1752">Yes</cx:pt>
          <cx:pt idx="1753">Yes</cx:pt>
          <cx:pt idx="1754">Yes</cx:pt>
          <cx:pt idx="1755">Yes</cx:pt>
          <cx:pt idx="1756">Yes</cx:pt>
          <cx:pt idx="1757">Yes</cx:pt>
          <cx:pt idx="1758">Yes</cx:pt>
          <cx:pt idx="1759">Yes</cx:pt>
          <cx:pt idx="1760">Yes</cx:pt>
          <cx:pt idx="1761">Yes</cx:pt>
          <cx:pt idx="1762">Yes</cx:pt>
          <cx:pt idx="1763">Yes</cx:pt>
          <cx:pt idx="1764">Yes</cx:pt>
          <cx:pt idx="1765">Yes</cx:pt>
          <cx:pt idx="1766">Yes</cx:pt>
          <cx:pt idx="1767">Yes</cx:pt>
          <cx:pt idx="1768">Yes</cx:pt>
          <cx:pt idx="1769">Yes</cx:pt>
          <cx:pt idx="1770">Yes</cx:pt>
          <cx:pt idx="1771">Yes</cx:pt>
          <cx:pt idx="1772">Yes</cx:pt>
          <cx:pt idx="1773">Yes</cx:pt>
          <cx:pt idx="1774">Yes</cx:pt>
          <cx:pt idx="1775">Yes</cx:pt>
          <cx:pt idx="1776">Yes</cx:pt>
          <cx:pt idx="1777">Yes</cx:pt>
          <cx:pt idx="1778">Yes</cx:pt>
          <cx:pt idx="1779">Yes</cx:pt>
          <cx:pt idx="1780">Yes</cx:pt>
          <cx:pt idx="1781">Yes</cx:pt>
          <cx:pt idx="1782">Yes</cx:pt>
          <cx:pt idx="1783">Yes</cx:pt>
          <cx:pt idx="1784">Yes</cx:pt>
          <cx:pt idx="1785">Yes</cx:pt>
          <cx:pt idx="1786">Yes</cx:pt>
          <cx:pt idx="1787">Yes</cx:pt>
          <cx:pt idx="1788">Yes</cx:pt>
          <cx:pt idx="1789">Yes</cx:pt>
          <cx:pt idx="1790">Yes</cx:pt>
          <cx:pt idx="1791">Yes</cx:pt>
          <cx:pt idx="1792">Yes</cx:pt>
          <cx:pt idx="1793">Yes</cx:pt>
          <cx:pt idx="1794">Yes</cx:pt>
          <cx:pt idx="1795">Yes</cx:pt>
          <cx:pt idx="1796">Yes</cx:pt>
          <cx:pt idx="1797">Yes</cx:pt>
          <cx:pt idx="1798">Yes</cx:pt>
          <cx:pt idx="1799">Yes</cx:pt>
          <cx:pt idx="1800">Yes</cx:pt>
          <cx:pt idx="1801">Yes</cx:pt>
          <cx:pt idx="1802">Yes</cx:pt>
          <cx:pt idx="1803">Yes</cx:pt>
          <cx:pt idx="1804">Yes</cx:pt>
          <cx:pt idx="1805">Yes</cx:pt>
          <cx:pt idx="1806">Yes</cx:pt>
          <cx:pt idx="1807">Yes</cx:pt>
          <cx:pt idx="1808">Yes</cx:pt>
          <cx:pt idx="1809">Yes</cx:pt>
          <cx:pt idx="1810">Yes</cx:pt>
          <cx:pt idx="1811">Yes</cx:pt>
          <cx:pt idx="1812">Yes</cx:pt>
          <cx:pt idx="1813">Yes</cx:pt>
          <cx:pt idx="1814">Yes</cx:pt>
          <cx:pt idx="1815">Yes</cx:pt>
          <cx:pt idx="1816">Yes</cx:pt>
          <cx:pt idx="1817">Yes</cx:pt>
          <cx:pt idx="1818">Yes</cx:pt>
          <cx:pt idx="1819">Yes</cx:pt>
          <cx:pt idx="1820">Yes</cx:pt>
          <cx:pt idx="1821">Yes</cx:pt>
          <cx:pt idx="1822">Yes</cx:pt>
          <cx:pt idx="1823">Yes</cx:pt>
          <cx:pt idx="1824">Yes</cx:pt>
          <cx:pt idx="1825">Yes</cx:pt>
          <cx:pt idx="1826">Yes</cx:pt>
          <cx:pt idx="1827">Yes</cx:pt>
          <cx:pt idx="1828">Yes</cx:pt>
          <cx:pt idx="1829">Yes</cx:pt>
          <cx:pt idx="1830">Yes</cx:pt>
          <cx:pt idx="1831">Yes</cx:pt>
          <cx:pt idx="1832">Yes</cx:pt>
          <cx:pt idx="1833">Yes</cx:pt>
          <cx:pt idx="1834">Yes</cx:pt>
          <cx:pt idx="1835">Yes</cx:pt>
          <cx:pt idx="1836">Yes</cx:pt>
          <cx:pt idx="1837">Yes</cx:pt>
          <cx:pt idx="1838">Yes</cx:pt>
          <cx:pt idx="1839">Yes</cx:pt>
          <cx:pt idx="1840">Yes</cx:pt>
          <cx:pt idx="1841">Yes</cx:pt>
          <cx:pt idx="1842">Yes</cx:pt>
          <cx:pt idx="1843">Yes</cx:pt>
          <cx:pt idx="1844">Yes</cx:pt>
          <cx:pt idx="1845">Yes</cx:pt>
          <cx:pt idx="1846">Yes</cx:pt>
          <cx:pt idx="1847">Yes</cx:pt>
          <cx:pt idx="1848">Yes</cx:pt>
          <cx:pt idx="1849">Yes</cx:pt>
          <cx:pt idx="1850">Yes</cx:pt>
          <cx:pt idx="1851">Yes</cx:pt>
          <cx:pt idx="1852">Yes</cx:pt>
          <cx:pt idx="1853">Yes</cx:pt>
          <cx:pt idx="1854">Yes</cx:pt>
          <cx:pt idx="1855">Yes</cx:pt>
          <cx:pt idx="1856">Yes</cx:pt>
          <cx:pt idx="1857">Yes</cx:pt>
          <cx:pt idx="1858">Yes</cx:pt>
          <cx:pt idx="1859">Yes</cx:pt>
          <cx:pt idx="1860">Yes</cx:pt>
          <cx:pt idx="1861">Yes</cx:pt>
          <cx:pt idx="1862">Yes</cx:pt>
          <cx:pt idx="1863">Yes</cx:pt>
          <cx:pt idx="1864">Yes</cx:pt>
          <cx:pt idx="1865">Yes</cx:pt>
          <cx:pt idx="1866">Yes</cx:pt>
          <cx:pt idx="1867">Yes</cx:pt>
          <cx:pt idx="1868">Yes</cx:pt>
          <cx:pt idx="1869">Yes</cx:pt>
          <cx:pt idx="1870">Yes</cx:pt>
          <cx:pt idx="1871">Yes</cx:pt>
          <cx:pt idx="1872">Yes</cx:pt>
          <cx:pt idx="1873">Yes</cx:pt>
          <cx:pt idx="1874">Yes</cx:pt>
          <cx:pt idx="1875">Yes</cx:pt>
          <cx:pt idx="1876">Yes</cx:pt>
          <cx:pt idx="1877">Yes</cx:pt>
          <cx:pt idx="1878">Yes</cx:pt>
          <cx:pt idx="1879">Yes</cx:pt>
          <cx:pt idx="1880">Yes</cx:pt>
          <cx:pt idx="1881">Yes</cx:pt>
          <cx:pt idx="1882">Yes</cx:pt>
          <cx:pt idx="1883">Yes</cx:pt>
          <cx:pt idx="1884">Yes</cx:pt>
          <cx:pt idx="1885">Yes</cx:pt>
          <cx:pt idx="1886">Yes</cx:pt>
          <cx:pt idx="1887">Yes</cx:pt>
          <cx:pt idx="1888">Yes</cx:pt>
          <cx:pt idx="1889">Yes</cx:pt>
          <cx:pt idx="1890">Yes</cx:pt>
          <cx:pt idx="1891">Yes</cx:pt>
          <cx:pt idx="1892">Yes</cx:pt>
          <cx:pt idx="1893">Yes</cx:pt>
          <cx:pt idx="1894">Yes</cx:pt>
          <cx:pt idx="1895">Yes</cx:pt>
          <cx:pt idx="1896">Yes</cx:pt>
          <cx:pt idx="1897">Yes</cx:pt>
          <cx:pt idx="1898">Yes</cx:pt>
          <cx:pt idx="1899">Yes</cx:pt>
          <cx:pt idx="1900">Yes</cx:pt>
          <cx:pt idx="1901">Yes</cx:pt>
          <cx:pt idx="1902">Yes</cx:pt>
          <cx:pt idx="1903">Yes</cx:pt>
          <cx:pt idx="1904">Yes</cx:pt>
          <cx:pt idx="1905">Yes</cx:pt>
          <cx:pt idx="1906">Yes</cx:pt>
          <cx:pt idx="1907">Yes</cx:pt>
          <cx:pt idx="1908">Yes</cx:pt>
          <cx:pt idx="1909">Yes</cx:pt>
          <cx:pt idx="1910">Yes</cx:pt>
          <cx:pt idx="1911">Yes</cx:pt>
          <cx:pt idx="1912">Yes</cx:pt>
          <cx:pt idx="1913">Yes</cx:pt>
          <cx:pt idx="1914">Yes</cx:pt>
          <cx:pt idx="1915">Yes</cx:pt>
          <cx:pt idx="1916">Yes</cx:pt>
          <cx:pt idx="1917">Yes</cx:pt>
          <cx:pt idx="1918">Yes</cx:pt>
          <cx:pt idx="1919">Yes</cx:pt>
          <cx:pt idx="1920">Yes</cx:pt>
          <cx:pt idx="1921">Yes</cx:pt>
          <cx:pt idx="1922">Yes</cx:pt>
          <cx:pt idx="1923">Yes</cx:pt>
          <cx:pt idx="1924">Yes</cx:pt>
          <cx:pt idx="1925">Yes</cx:pt>
          <cx:pt idx="1926">Yes</cx:pt>
          <cx:pt idx="1927">Yes</cx:pt>
          <cx:pt idx="1928">Yes</cx:pt>
          <cx:pt idx="1929">Yes</cx:pt>
          <cx:pt idx="1930">Yes</cx:pt>
          <cx:pt idx="1931">Yes</cx:pt>
          <cx:pt idx="1932">Yes</cx:pt>
          <cx:pt idx="1933">Yes</cx:pt>
          <cx:pt idx="1934">Yes</cx:pt>
          <cx:pt idx="1935">Yes</cx:pt>
          <cx:pt idx="1936">Yes</cx:pt>
          <cx:pt idx="1937">Yes</cx:pt>
          <cx:pt idx="1938">Yes</cx:pt>
          <cx:pt idx="1939">Yes</cx:pt>
          <cx:pt idx="1940">Yes</cx:pt>
          <cx:pt idx="1941">Yes</cx:pt>
          <cx:pt idx="1942">Yes</cx:pt>
          <cx:pt idx="1943">Yes</cx:pt>
          <cx:pt idx="1944">Yes</cx:pt>
          <cx:pt idx="1945">Yes</cx:pt>
          <cx:pt idx="1946">Yes</cx:pt>
          <cx:pt idx="1947">Yes</cx:pt>
          <cx:pt idx="1948">Yes</cx:pt>
          <cx:pt idx="1949">Yes</cx:pt>
          <cx:pt idx="1950">Yes</cx:pt>
          <cx:pt idx="1951">Yes</cx:pt>
          <cx:pt idx="1952">Yes</cx:pt>
          <cx:pt idx="1953">Yes</cx:pt>
          <cx:pt idx="1954">Yes</cx:pt>
          <cx:pt idx="1955">Yes</cx:pt>
          <cx:pt idx="1956">Yes</cx:pt>
          <cx:pt idx="1957">Yes</cx:pt>
          <cx:pt idx="1958">Yes</cx:pt>
          <cx:pt idx="1959">Yes</cx:pt>
          <cx:pt idx="1960">Yes</cx:pt>
          <cx:pt idx="1961">Yes</cx:pt>
          <cx:pt idx="1962">Yes</cx:pt>
          <cx:pt idx="1963">Yes</cx:pt>
          <cx:pt idx="1964">Yes</cx:pt>
          <cx:pt idx="1965">Yes</cx:pt>
          <cx:pt idx="1966">Yes</cx:pt>
          <cx:pt idx="1967">Yes</cx:pt>
          <cx:pt idx="1968">Yes</cx:pt>
          <cx:pt idx="1969">Yes</cx:pt>
          <cx:pt idx="1970">Yes</cx:pt>
          <cx:pt idx="1971">Yes</cx:pt>
          <cx:pt idx="1972">Yes</cx:pt>
          <cx:pt idx="1973">Yes</cx:pt>
          <cx:pt idx="1974">Yes</cx:pt>
          <cx:pt idx="1975">Yes</cx:pt>
          <cx:pt idx="1976">Yes</cx:pt>
          <cx:pt idx="1977">Yes</cx:pt>
          <cx:pt idx="1978">Yes</cx:pt>
          <cx:pt idx="1979">Yes</cx:pt>
          <cx:pt idx="1980">Yes</cx:pt>
          <cx:pt idx="1981">Yes</cx:pt>
          <cx:pt idx="1982">Yes</cx:pt>
          <cx:pt idx="1983">Yes</cx:pt>
          <cx:pt idx="1984">Yes</cx:pt>
          <cx:pt idx="1985">Yes</cx:pt>
          <cx:pt idx="1986">Yes</cx:pt>
          <cx:pt idx="1987">Yes</cx:pt>
          <cx:pt idx="1988">Yes</cx:pt>
          <cx:pt idx="1989">Yes</cx:pt>
          <cx:pt idx="1990">Yes</cx:pt>
          <cx:pt idx="1991">Yes</cx:pt>
          <cx:pt idx="1992">Yes</cx:pt>
          <cx:pt idx="1993">Yes</cx:pt>
          <cx:pt idx="1994">Yes</cx:pt>
          <cx:pt idx="1995">Yes</cx:pt>
          <cx:pt idx="1996">Yes</cx:pt>
          <cx:pt idx="1997">Yes</cx:pt>
          <cx:pt idx="1998">Yes</cx:pt>
          <cx:pt idx="1999">Yes</cx:pt>
          <cx:pt idx="2000">Yes</cx:pt>
          <cx:pt idx="2001">Yes</cx:pt>
          <cx:pt idx="2002">Yes</cx:pt>
          <cx:pt idx="2003">Yes</cx:pt>
          <cx:pt idx="2004">Yes</cx:pt>
          <cx:pt idx="2005">Yes</cx:pt>
          <cx:pt idx="2006">Yes</cx:pt>
          <cx:pt idx="2007">Yes</cx:pt>
          <cx:pt idx="2008">Yes</cx:pt>
          <cx:pt idx="2009">Yes</cx:pt>
          <cx:pt idx="2010">Yes</cx:pt>
          <cx:pt idx="2011">Yes</cx:pt>
          <cx:pt idx="2012">Yes</cx:pt>
          <cx:pt idx="2013">Yes</cx:pt>
          <cx:pt idx="2014">Yes</cx:pt>
          <cx:pt idx="2015">Yes</cx:pt>
          <cx:pt idx="2016">Yes</cx:pt>
          <cx:pt idx="2017">Yes</cx:pt>
          <cx:pt idx="2018">Yes</cx:pt>
          <cx:pt idx="2019">Yes</cx:pt>
          <cx:pt idx="2020">Yes</cx:pt>
          <cx:pt idx="2021">Yes</cx:pt>
          <cx:pt idx="2022">Yes</cx:pt>
          <cx:pt idx="2023">Yes</cx:pt>
          <cx:pt idx="2024">Yes</cx:pt>
          <cx:pt idx="2025">Yes</cx:pt>
          <cx:pt idx="2026">Yes</cx:pt>
          <cx:pt idx="2027">Yes</cx:pt>
          <cx:pt idx="2028">Yes</cx:pt>
          <cx:pt idx="2029">Yes</cx:pt>
          <cx:pt idx="2030">Yes</cx:pt>
          <cx:pt idx="2031">Yes</cx:pt>
          <cx:pt idx="2032">Yes</cx:pt>
          <cx:pt idx="2033">Yes</cx:pt>
          <cx:pt idx="2034">Yes</cx:pt>
          <cx:pt idx="2035">Yes</cx:pt>
          <cx:pt idx="2036">Yes</cx:pt>
          <cx:pt idx="2037">Yes</cx:pt>
          <cx:pt idx="2038">Yes</cx:pt>
          <cx:pt idx="2039">Yes</cx:pt>
          <cx:pt idx="2040">Yes</cx:pt>
          <cx:pt idx="2041">Yes</cx:pt>
          <cx:pt idx="2042">Yes</cx:pt>
          <cx:pt idx="2043">Yes</cx:pt>
          <cx:pt idx="2044">Yes</cx:pt>
          <cx:pt idx="2045">Yes</cx:pt>
          <cx:pt idx="2046">Yes</cx:pt>
          <cx:pt idx="2047">Yes</cx:pt>
          <cx:pt idx="2048">Yes</cx:pt>
          <cx:pt idx="2049">Yes</cx:pt>
          <cx:pt idx="2050">Yes</cx:pt>
          <cx:pt idx="2051">Yes</cx:pt>
          <cx:pt idx="2052">Yes</cx:pt>
          <cx:pt idx="2053">Yes</cx:pt>
          <cx:pt idx="2054">Yes</cx:pt>
          <cx:pt idx="2055">Yes</cx:pt>
          <cx:pt idx="2056">Yes</cx:pt>
          <cx:pt idx="2057">Yes</cx:pt>
          <cx:pt idx="2058">Yes</cx:pt>
          <cx:pt idx="2059">Yes</cx:pt>
          <cx:pt idx="2060">Yes</cx:pt>
          <cx:pt idx="2061">Yes</cx:pt>
          <cx:pt idx="2062">Yes</cx:pt>
          <cx:pt idx="2063">Yes</cx:pt>
          <cx:pt idx="2064">Yes</cx:pt>
          <cx:pt idx="2065">Yes</cx:pt>
          <cx:pt idx="2066">Yes</cx:pt>
          <cx:pt idx="2067">Yes</cx:pt>
          <cx:pt idx="2068">Yes</cx:pt>
          <cx:pt idx="2069">Yes</cx:pt>
          <cx:pt idx="2070">Yes</cx:pt>
          <cx:pt idx="2071">Yes</cx:pt>
          <cx:pt idx="2072">Yes</cx:pt>
          <cx:pt idx="2073">Yes</cx:pt>
          <cx:pt idx="2074">Yes</cx:pt>
          <cx:pt idx="2075">Yes</cx:pt>
          <cx:pt idx="2076">Yes</cx:pt>
          <cx:pt idx="2077">Yes</cx:pt>
          <cx:pt idx="2078">Yes</cx:pt>
          <cx:pt idx="2079">Yes</cx:pt>
          <cx:pt idx="2080">Yes</cx:pt>
          <cx:pt idx="2081">Yes</cx:pt>
          <cx:pt idx="2082">Yes</cx:pt>
          <cx:pt idx="2083">Yes</cx:pt>
          <cx:pt idx="2084">Yes</cx:pt>
          <cx:pt idx="2085">Yes</cx:pt>
          <cx:pt idx="2086">Yes</cx:pt>
          <cx:pt idx="2087">Yes</cx:pt>
          <cx:pt idx="2088">Yes</cx:pt>
          <cx:pt idx="2089">Yes</cx:pt>
          <cx:pt idx="2090">Yes</cx:pt>
          <cx:pt idx="2091">Yes</cx:pt>
          <cx:pt idx="2092">Yes</cx:pt>
          <cx:pt idx="2093">Yes</cx:pt>
          <cx:pt idx="2094">Yes</cx:pt>
          <cx:pt idx="2095">Yes</cx:pt>
          <cx:pt idx="2096">Yes</cx:pt>
          <cx:pt idx="2097">Yes</cx:pt>
          <cx:pt idx="2098">Yes</cx:pt>
          <cx:pt idx="2099">Yes</cx:pt>
          <cx:pt idx="2100">Yes</cx:pt>
          <cx:pt idx="2101">Yes</cx:pt>
          <cx:pt idx="2102">Yes</cx:pt>
          <cx:pt idx="2103">Yes</cx:pt>
          <cx:pt idx="2104">Yes</cx:pt>
          <cx:pt idx="2105">Yes</cx:pt>
          <cx:pt idx="2106">Yes</cx:pt>
          <cx:pt idx="2107">Yes</cx:pt>
          <cx:pt idx="2108">Yes</cx:pt>
          <cx:pt idx="2109">Yes</cx:pt>
          <cx:pt idx="2110">Yes</cx:pt>
          <cx:pt idx="2111">Yes</cx:pt>
          <cx:pt idx="2112">Yes</cx:pt>
          <cx:pt idx="2113">Yes</cx:pt>
          <cx:pt idx="2114">Yes</cx:pt>
          <cx:pt idx="2115">Yes</cx:pt>
          <cx:pt idx="2116">Yes</cx:pt>
          <cx:pt idx="2117">Yes</cx:pt>
          <cx:pt idx="2118">Yes</cx:pt>
          <cx:pt idx="2119">Yes</cx:pt>
          <cx:pt idx="2120">Yes</cx:pt>
          <cx:pt idx="2121">Yes</cx:pt>
          <cx:pt idx="2122">Yes</cx:pt>
          <cx:pt idx="2123">Yes</cx:pt>
          <cx:pt idx="2124">Yes</cx:pt>
          <cx:pt idx="2125">Yes</cx:pt>
          <cx:pt idx="2126">Yes</cx:pt>
          <cx:pt idx="2127">Yes</cx:pt>
          <cx:pt idx="2128">Yes</cx:pt>
          <cx:pt idx="2129">Yes</cx:pt>
          <cx:pt idx="2130">Yes</cx:pt>
          <cx:pt idx="2131">Yes</cx:pt>
          <cx:pt idx="2132">Yes</cx:pt>
          <cx:pt idx="2133">Yes</cx:pt>
          <cx:pt idx="2134">Yes</cx:pt>
          <cx:pt idx="2135">Yes</cx:pt>
          <cx:pt idx="2136">Yes</cx:pt>
          <cx:pt idx="2137">Yes</cx:pt>
          <cx:pt idx="2138">Yes</cx:pt>
          <cx:pt idx="2139">Yes</cx:pt>
          <cx:pt idx="2140">Yes</cx:pt>
          <cx:pt idx="2141">Yes</cx:pt>
          <cx:pt idx="2142">Yes</cx:pt>
          <cx:pt idx="2143">Yes</cx:pt>
          <cx:pt idx="2144">Yes</cx:pt>
          <cx:pt idx="2145">Yes</cx:pt>
          <cx:pt idx="2146">Yes</cx:pt>
          <cx:pt idx="2147">Yes</cx:pt>
          <cx:pt idx="2148">Yes</cx:pt>
          <cx:pt idx="2149">Yes</cx:pt>
          <cx:pt idx="2150">Yes</cx:pt>
          <cx:pt idx="2151">Yes</cx:pt>
          <cx:pt idx="2152">Yes</cx:pt>
          <cx:pt idx="2153">Yes</cx:pt>
          <cx:pt idx="2154">Yes</cx:pt>
          <cx:pt idx="2155">Yes</cx:pt>
          <cx:pt idx="2156">Yes</cx:pt>
          <cx:pt idx="2157">Yes</cx:pt>
          <cx:pt idx="2158">Yes</cx:pt>
          <cx:pt idx="2159">Yes</cx:pt>
          <cx:pt idx="2160">Yes</cx:pt>
          <cx:pt idx="2161">Yes</cx:pt>
          <cx:pt idx="2162">Yes</cx:pt>
          <cx:pt idx="2163">Yes</cx:pt>
          <cx:pt idx="2164">Yes</cx:pt>
          <cx:pt idx="2165">Yes</cx:pt>
          <cx:pt idx="2166">Yes</cx:pt>
          <cx:pt idx="2167">Yes</cx:pt>
          <cx:pt idx="2168">Yes</cx:pt>
          <cx:pt idx="2169">Yes</cx:pt>
          <cx:pt idx="2170">Yes</cx:pt>
          <cx:pt idx="2171">Yes</cx:pt>
          <cx:pt idx="2172">Yes</cx:pt>
          <cx:pt idx="2173">Yes</cx:pt>
          <cx:pt idx="2174">Yes</cx:pt>
          <cx:pt idx="2175">Yes</cx:pt>
          <cx:pt idx="2176">Yes</cx:pt>
          <cx:pt idx="2177">Yes</cx:pt>
          <cx:pt idx="2178">Yes</cx:pt>
          <cx:pt idx="2179">Yes</cx:pt>
          <cx:pt idx="2180">Yes</cx:pt>
          <cx:pt idx="2181">Yes</cx:pt>
          <cx:pt idx="2182">Yes</cx:pt>
          <cx:pt idx="2183">Yes</cx:pt>
          <cx:pt idx="2184">Yes</cx:pt>
          <cx:pt idx="2185">Yes</cx:pt>
          <cx:pt idx="2186">Yes</cx:pt>
          <cx:pt idx="2187">Yes</cx:pt>
          <cx:pt idx="2188">Yes</cx:pt>
          <cx:pt idx="2189">Yes</cx:pt>
          <cx:pt idx="2190">Yes</cx:pt>
          <cx:pt idx="2191">Yes</cx:pt>
          <cx:pt idx="2192">Yes</cx:pt>
          <cx:pt idx="2193">Yes</cx:pt>
          <cx:pt idx="2194">Yes</cx:pt>
          <cx:pt idx="2195">Yes</cx:pt>
          <cx:pt idx="2196">Yes</cx:pt>
          <cx:pt idx="2197">Yes</cx:pt>
          <cx:pt idx="2198">Yes</cx:pt>
          <cx:pt idx="2199">Yes</cx:pt>
          <cx:pt idx="2200">Yes</cx:pt>
          <cx:pt idx="2201">Yes</cx:pt>
          <cx:pt idx="2202">Yes</cx:pt>
          <cx:pt idx="2203">Yes</cx:pt>
          <cx:pt idx="2204">Yes</cx:pt>
          <cx:pt idx="2205">Yes</cx:pt>
          <cx:pt idx="2206">Yes</cx:pt>
          <cx:pt idx="2207">Yes</cx:pt>
          <cx:pt idx="2208">Yes</cx:pt>
          <cx:pt idx="2209">Yes</cx:pt>
          <cx:pt idx="2210">Yes</cx:pt>
          <cx:pt idx="2211">Yes</cx:pt>
          <cx:pt idx="2212">Yes</cx:pt>
          <cx:pt idx="2213">Yes</cx:pt>
          <cx:pt idx="2214">Yes</cx:pt>
          <cx:pt idx="2215">Yes</cx:pt>
          <cx:pt idx="2216">Yes</cx:pt>
          <cx:pt idx="2217">Yes</cx:pt>
          <cx:pt idx="2218">Yes</cx:pt>
          <cx:pt idx="2219">Yes</cx:pt>
          <cx:pt idx="2220">Yes</cx:pt>
          <cx:pt idx="2221">Yes</cx:pt>
          <cx:pt idx="2222">Yes</cx:pt>
          <cx:pt idx="2223">Yes</cx:pt>
          <cx:pt idx="2224">Yes</cx:pt>
          <cx:pt idx="2225">Yes</cx:pt>
          <cx:pt idx="2226">Yes</cx:pt>
          <cx:pt idx="2227">Yes</cx:pt>
          <cx:pt idx="2228">Yes</cx:pt>
          <cx:pt idx="2229">Yes</cx:pt>
          <cx:pt idx="2230">Yes</cx:pt>
          <cx:pt idx="2231">Yes</cx:pt>
          <cx:pt idx="2232">Yes</cx:pt>
          <cx:pt idx="2233">Yes</cx:pt>
          <cx:pt idx="2234">Yes</cx:pt>
          <cx:pt idx="2235">Yes</cx:pt>
          <cx:pt idx="2236">Yes</cx:pt>
          <cx:pt idx="2237">Yes</cx:pt>
          <cx:pt idx="2238">Yes</cx:pt>
          <cx:pt idx="2239">Yes</cx:pt>
          <cx:pt idx="2240">Yes</cx:pt>
          <cx:pt idx="2241">Yes</cx:pt>
          <cx:pt idx="2242">Yes</cx:pt>
          <cx:pt idx="2243">Yes</cx:pt>
          <cx:pt idx="2244">Yes</cx:pt>
          <cx:pt idx="2245">Yes</cx:pt>
          <cx:pt idx="2246">Yes</cx:pt>
          <cx:pt idx="2247">Yes</cx:pt>
          <cx:pt idx="2248">Yes</cx:pt>
          <cx:pt idx="2249">Yes</cx:pt>
          <cx:pt idx="2250">Yes</cx:pt>
          <cx:pt idx="2251">Yes</cx:pt>
          <cx:pt idx="2252">Yes</cx:pt>
          <cx:pt idx="2253">Yes</cx:pt>
          <cx:pt idx="2254">Yes</cx:pt>
          <cx:pt idx="2255">Yes</cx:pt>
          <cx:pt idx="2256">Yes</cx:pt>
          <cx:pt idx="2257">Yes</cx:pt>
          <cx:pt idx="2258">Yes</cx:pt>
          <cx:pt idx="2259">Yes</cx:pt>
          <cx:pt idx="2260">Yes</cx:pt>
          <cx:pt idx="2261">Yes</cx:pt>
          <cx:pt idx="2262">Yes</cx:pt>
          <cx:pt idx="2263">Yes</cx:pt>
          <cx:pt idx="2264">Yes</cx:pt>
          <cx:pt idx="2265">Yes</cx:pt>
          <cx:pt idx="2266">Yes</cx:pt>
          <cx:pt idx="2267">Yes</cx:pt>
          <cx:pt idx="2268">Yes</cx:pt>
          <cx:pt idx="2269">Yes</cx:pt>
          <cx:pt idx="2270">Yes</cx:pt>
          <cx:pt idx="2271">Yes</cx:pt>
          <cx:pt idx="2272">Yes</cx:pt>
          <cx:pt idx="2273">Yes</cx:pt>
          <cx:pt idx="2274">Yes</cx:pt>
          <cx:pt idx="2275">Yes</cx:pt>
          <cx:pt idx="2276">Yes</cx:pt>
          <cx:pt idx="2277">Yes</cx:pt>
          <cx:pt idx="2278">Yes</cx:pt>
          <cx:pt idx="2279">Yes</cx:pt>
          <cx:pt idx="2280">Yes</cx:pt>
          <cx:pt idx="2281">Yes</cx:pt>
          <cx:pt idx="2282">Yes</cx:pt>
          <cx:pt idx="2283">Yes</cx:pt>
          <cx:pt idx="2284">Yes</cx:pt>
          <cx:pt idx="2285">Yes</cx:pt>
          <cx:pt idx="2286">Yes</cx:pt>
          <cx:pt idx="2287">Yes</cx:pt>
          <cx:pt idx="2288">Yes</cx:pt>
          <cx:pt idx="2289">Yes</cx:pt>
          <cx:pt idx="2290">Yes</cx:pt>
          <cx:pt idx="2291">Yes</cx:pt>
          <cx:pt idx="2292">Yes</cx:pt>
          <cx:pt idx="2293">Yes</cx:pt>
          <cx:pt idx="2294">Yes</cx:pt>
          <cx:pt idx="2295">Yes</cx:pt>
          <cx:pt idx="2296">Yes</cx:pt>
          <cx:pt idx="2297">Yes</cx:pt>
          <cx:pt idx="2298">Yes</cx:pt>
          <cx:pt idx="2299">Yes</cx:pt>
          <cx:pt idx="2300">Yes</cx:pt>
          <cx:pt idx="2301">Yes</cx:pt>
          <cx:pt idx="2302">Yes</cx:pt>
          <cx:pt idx="2303">Yes</cx:pt>
          <cx:pt idx="2304">Yes</cx:pt>
          <cx:pt idx="2305">Yes</cx:pt>
          <cx:pt idx="2306">Yes</cx:pt>
          <cx:pt idx="2307">Yes</cx:pt>
          <cx:pt idx="2308">Yes</cx:pt>
          <cx:pt idx="2309">Yes</cx:pt>
          <cx:pt idx="2310">Yes</cx:pt>
          <cx:pt idx="2311">Yes</cx:pt>
          <cx:pt idx="2312">Yes</cx:pt>
          <cx:pt idx="2313">Yes</cx:pt>
          <cx:pt idx="2314">Yes</cx:pt>
          <cx:pt idx="2315">Yes</cx:pt>
          <cx:pt idx="2316">Yes</cx:pt>
          <cx:pt idx="2317">Yes</cx:pt>
          <cx:pt idx="2318">Yes</cx:pt>
          <cx:pt idx="2319">Yes</cx:pt>
          <cx:pt idx="2320">Yes</cx:pt>
          <cx:pt idx="2321">Yes</cx:pt>
          <cx:pt idx="2322">Yes</cx:pt>
          <cx:pt idx="2323">Yes</cx:pt>
          <cx:pt idx="2324">Yes</cx:pt>
          <cx:pt idx="2325">Yes</cx:pt>
          <cx:pt idx="2326">Yes</cx:pt>
          <cx:pt idx="2327">Yes</cx:pt>
          <cx:pt idx="2328">Yes</cx:pt>
          <cx:pt idx="2329">Yes</cx:pt>
          <cx:pt idx="2330">Yes</cx:pt>
          <cx:pt idx="2331">Yes</cx:pt>
          <cx:pt idx="2332">Yes</cx:pt>
          <cx:pt idx="2333">Yes</cx:pt>
          <cx:pt idx="2334">Yes</cx:pt>
          <cx:pt idx="2335">Yes</cx:pt>
          <cx:pt idx="2336">Yes</cx:pt>
          <cx:pt idx="2337">Yes</cx:pt>
          <cx:pt idx="2338">Yes</cx:pt>
          <cx:pt idx="2339">Yes</cx:pt>
          <cx:pt idx="2340">Yes</cx:pt>
          <cx:pt idx="2341">Yes</cx:pt>
          <cx:pt idx="2342">Yes</cx:pt>
          <cx:pt idx="2343">Yes</cx:pt>
          <cx:pt idx="2344">Yes</cx:pt>
          <cx:pt idx="2345">Yes</cx:pt>
          <cx:pt idx="2346">Yes</cx:pt>
          <cx:pt idx="2347">Yes</cx:pt>
          <cx:pt idx="2348">Yes</cx:pt>
          <cx:pt idx="2349">Yes</cx:pt>
          <cx:pt idx="2350">Yes</cx:pt>
          <cx:pt idx="2351">Yes</cx:pt>
          <cx:pt idx="2352">Yes</cx:pt>
          <cx:pt idx="2353">Yes</cx:pt>
          <cx:pt idx="2354">Yes</cx:pt>
          <cx:pt idx="2355">Yes</cx:pt>
          <cx:pt idx="2356">Yes</cx:pt>
          <cx:pt idx="2357">Yes</cx:pt>
          <cx:pt idx="2358">Yes</cx:pt>
          <cx:pt idx="2359">Yes</cx:pt>
          <cx:pt idx="2360">Yes</cx:pt>
          <cx:pt idx="2361">Yes</cx:pt>
          <cx:pt idx="2362">Yes</cx:pt>
          <cx:pt idx="2363">Yes</cx:pt>
          <cx:pt idx="2364">Yes</cx:pt>
          <cx:pt idx="2365">Yes</cx:pt>
          <cx:pt idx="2366">Yes</cx:pt>
          <cx:pt idx="2367">Yes</cx:pt>
          <cx:pt idx="2368">Yes</cx:pt>
          <cx:pt idx="2369">Yes</cx:pt>
        </cx:lvl>
      </cx:strDim>
      <cx:numDim type="val">
        <cx:f>Calculations!$P$22:$P$2391</cx:f>
        <cx:lvl ptCount="2370" formatCode="General">
          <cx:pt idx="0">18.25</cx:pt>
          <cx:pt idx="1">18.399999999999999</cx:pt>
          <cx:pt idx="2">18.550000000000001</cx:pt>
          <cx:pt idx="3">18.699999999999999</cx:pt>
          <cx:pt idx="4">18.75</cx:pt>
          <cx:pt idx="5">18.800000000000001</cx:pt>
          <cx:pt idx="6">18.850000000000001</cx:pt>
          <cx:pt idx="7">18.899999999999999</cx:pt>
          <cx:pt idx="8">18.949999999999999</cx:pt>
          <cx:pt idx="9">19</cx:pt>
          <cx:pt idx="10">19.050000000000001</cx:pt>
          <cx:pt idx="11">19.100000000000001</cx:pt>
          <cx:pt idx="12">19.149999999999999</cx:pt>
          <cx:pt idx="13">19.199999999999999</cx:pt>
          <cx:pt idx="14">19.25</cx:pt>
          <cx:pt idx="15">19.300000000000001</cx:pt>
          <cx:pt idx="16">19.350000000000001</cx:pt>
          <cx:pt idx="17">19.399999999999999</cx:pt>
          <cx:pt idx="18">19.449999999999999</cx:pt>
          <cx:pt idx="19">19.5</cx:pt>
          <cx:pt idx="20">19.550000000000001</cx:pt>
          <cx:pt idx="21">19.600000000000001</cx:pt>
          <cx:pt idx="22">19.649999999999999</cx:pt>
          <cx:pt idx="23">19.699999999999999</cx:pt>
          <cx:pt idx="24">19.75</cx:pt>
          <cx:pt idx="25">19.800000000000001</cx:pt>
          <cx:pt idx="26">19.850000000000001</cx:pt>
          <cx:pt idx="27">19.899999999999999</cx:pt>
          <cx:pt idx="28">19.949999999999999</cx:pt>
          <cx:pt idx="29">20</cx:pt>
          <cx:pt idx="30">20.050000000000001</cx:pt>
          <cx:pt idx="31">20.100000000000001</cx:pt>
          <cx:pt idx="32">20.149999999999999</cx:pt>
          <cx:pt idx="33">20.199999999999999</cx:pt>
          <cx:pt idx="34">20.25</cx:pt>
          <cx:pt idx="35">20.300000000000001</cx:pt>
          <cx:pt idx="36">20.350000000000001</cx:pt>
          <cx:pt idx="37">20.399999999999999</cx:pt>
          <cx:pt idx="38">20.449999999999999</cx:pt>
          <cx:pt idx="39">20.5</cx:pt>
          <cx:pt idx="40">20.550000000000001</cx:pt>
          <cx:pt idx="41">20.600000000000001</cx:pt>
          <cx:pt idx="42">20.649999999999999</cx:pt>
          <cx:pt idx="43">20.699999999999999</cx:pt>
          <cx:pt idx="44">20.75</cx:pt>
          <cx:pt idx="45">20.800000000000001</cx:pt>
          <cx:pt idx="46">20.850000000000001</cx:pt>
          <cx:pt idx="47">20.899999999999999</cx:pt>
          <cx:pt idx="48">20.949999999999999</cx:pt>
          <cx:pt idx="49">21</cx:pt>
          <cx:pt idx="50">21.050000000000001</cx:pt>
          <cx:pt idx="51">21.100000000000001</cx:pt>
          <cx:pt idx="52">21.149999999999999</cx:pt>
          <cx:pt idx="53">21.199999999999999</cx:pt>
          <cx:pt idx="54">21.25</cx:pt>
          <cx:pt idx="55">21.300000000000001</cx:pt>
          <cx:pt idx="56">21.449999999999999</cx:pt>
          <cx:pt idx="57">22.949999999999999</cx:pt>
          <cx:pt idx="58">23.050000000000001</cx:pt>
          <cx:pt idx="59">23.300000000000001</cx:pt>
          <cx:pt idx="60">23.399999999999999</cx:pt>
          <cx:pt idx="61">23.5</cx:pt>
          <cx:pt idx="62">23.550000000000001</cx:pt>
          <cx:pt idx="63">23.600000000000001</cx:pt>
          <cx:pt idx="64">23.649999999999999</cx:pt>
          <cx:pt idx="65">23.75</cx:pt>
          <cx:pt idx="66">23.800000000000001</cx:pt>
          <cx:pt idx="67">23.850000000000001</cx:pt>
          <cx:pt idx="68">23.899999999999999</cx:pt>
          <cx:pt idx="69">23.949999999999999</cx:pt>
          <cx:pt idx="70">24</cx:pt>
          <cx:pt idx="71">24.050000000000001</cx:pt>
          <cx:pt idx="72">24.100000000000001</cx:pt>
          <cx:pt idx="73">24.149999999999999</cx:pt>
          <cx:pt idx="74">24.199999999999999</cx:pt>
          <cx:pt idx="75">24.25</cx:pt>
          <cx:pt idx="76">24.300000000000001</cx:pt>
          <cx:pt idx="77">24.350000000000001</cx:pt>
          <cx:pt idx="78">24.399999999999999</cx:pt>
          <cx:pt idx="79">24.449999999999999</cx:pt>
          <cx:pt idx="80">24.5</cx:pt>
          <cx:pt idx="81">24.550000000000001</cx:pt>
          <cx:pt idx="82">24.600000000000001</cx:pt>
          <cx:pt idx="83">24.649999999999999</cx:pt>
          <cx:pt idx="84">24.699999999999999</cx:pt>
          <cx:pt idx="85">24.75</cx:pt>
          <cx:pt idx="86">24.800000000000001</cx:pt>
          <cx:pt idx="87">24.850000000000001</cx:pt>
          <cx:pt idx="88">24.899999999999999</cx:pt>
          <cx:pt idx="89">24.949999999999999</cx:pt>
          <cx:pt idx="90">25</cx:pt>
          <cx:pt idx="91">25.050000000000001</cx:pt>
          <cx:pt idx="92">25.100000000000001</cx:pt>
          <cx:pt idx="93">25.149999999999999</cx:pt>
          <cx:pt idx="94">25.199999999999999</cx:pt>
          <cx:pt idx="95">25.25</cx:pt>
          <cx:pt idx="96">25.300000000000001</cx:pt>
          <cx:pt idx="97">25.350000000000001</cx:pt>
          <cx:pt idx="98">25.399999999999999</cx:pt>
          <cx:pt idx="99">25.449999999999999</cx:pt>
          <cx:pt idx="100">25.5</cx:pt>
          <cx:pt idx="101">25.550000000000001</cx:pt>
          <cx:pt idx="102">25.600000000000001</cx:pt>
          <cx:pt idx="103">25.649999999999999</cx:pt>
          <cx:pt idx="104">25.699999999999999</cx:pt>
          <cx:pt idx="105">25.75</cx:pt>
          <cx:pt idx="106">25.800000000000001</cx:pt>
          <cx:pt idx="107">25.850000000000001</cx:pt>
          <cx:pt idx="108">25.899999999999999</cx:pt>
          <cx:pt idx="109">25.949999999999999</cx:pt>
          <cx:pt idx="110">26</cx:pt>
          <cx:pt idx="111">26.050000000000001</cx:pt>
          <cx:pt idx="112">26.100000000000001</cx:pt>
          <cx:pt idx="113">26.199999999999999</cx:pt>
          <cx:pt idx="114">26.25</cx:pt>
          <cx:pt idx="115">26.300000000000001</cx:pt>
          <cx:pt idx="116">26.350000000000001</cx:pt>
          <cx:pt idx="117">26.399999999999999</cx:pt>
          <cx:pt idx="118">26.449999999999999</cx:pt>
          <cx:pt idx="119">26.5</cx:pt>
          <cx:pt idx="120">26.800000000000001</cx:pt>
          <cx:pt idx="121">26.899999999999999</cx:pt>
          <cx:pt idx="122">28.5</cx:pt>
          <cx:pt idx="123">29.050000000000001</cx:pt>
          <cx:pt idx="124">29.100000000000001</cx:pt>
          <cx:pt idx="125">29.149999999999999</cx:pt>
          <cx:pt idx="126">29.199999999999999</cx:pt>
          <cx:pt idx="127">29.25</cx:pt>
          <cx:pt idx="128">29.300000000000001</cx:pt>
          <cx:pt idx="129">29.350000000000001</cx:pt>
          <cx:pt idx="130">29.449999999999999</cx:pt>
          <cx:pt idx="131">29.5</cx:pt>
          <cx:pt idx="132">29.600000000000001</cx:pt>
          <cx:pt idx="133">29.649999999999999</cx:pt>
          <cx:pt idx="134">29.75</cx:pt>
          <cx:pt idx="135">29.800000000000001</cx:pt>
          <cx:pt idx="136">29.850000000000001</cx:pt>
          <cx:pt idx="137">29.899999999999999</cx:pt>
          <cx:pt idx="138">30.050000000000001</cx:pt>
          <cx:pt idx="139">30.100000000000001</cx:pt>
          <cx:pt idx="140">30.149999999999999</cx:pt>
          <cx:pt idx="141">30.199999999999999</cx:pt>
          <cx:pt idx="142">30.25</cx:pt>
          <cx:pt idx="143">30.350000000000001</cx:pt>
          <cx:pt idx="144">30.399999999999999</cx:pt>
          <cx:pt idx="145">30.5</cx:pt>
          <cx:pt idx="146">30.550000000000001</cx:pt>
          <cx:pt idx="147">30.75</cx:pt>
          <cx:pt idx="148">30.850000000000001</cx:pt>
          <cx:pt idx="149">31.050000000000001</cx:pt>
          <cx:pt idx="150">31.100000000000001</cx:pt>
          <cx:pt idx="151">31.199999999999999</cx:pt>
          <cx:pt idx="152">31.649999999999999</cx:pt>
          <cx:pt idx="153">33.149999999999999</cx:pt>
          <cx:pt idx="154">33.450000000000003</cx:pt>
          <cx:pt idx="155">33.600000000000001</cx:pt>
          <cx:pt idx="156">33.700000000000003</cx:pt>
          <cx:pt idx="157">33.75</cx:pt>
          <cx:pt idx="158">34</cx:pt>
          <cx:pt idx="159">34.049999999999997</cx:pt>
          <cx:pt idx="160">34.200000000000003</cx:pt>
          <cx:pt idx="161">34.25</cx:pt>
          <cx:pt idx="162">34.299999999999997</cx:pt>
          <cx:pt idx="163">34.399999999999999</cx:pt>
          <cx:pt idx="164">34.549999999999997</cx:pt>
          <cx:pt idx="165">34.600000000000001</cx:pt>
          <cx:pt idx="166">34.649999999999999</cx:pt>
          <cx:pt idx="167">34.700000000000003</cx:pt>
          <cx:pt idx="168">34.799999999999997</cx:pt>
          <cx:pt idx="169">34.850000000000001</cx:pt>
          <cx:pt idx="170">34.950000000000003</cx:pt>
          <cx:pt idx="171">35</cx:pt>
          <cx:pt idx="172">35.049999999999997</cx:pt>
          <cx:pt idx="173">35.100000000000001</cx:pt>
          <cx:pt idx="174">35.149999999999999</cx:pt>
          <cx:pt idx="175">35.200000000000003</cx:pt>
          <cx:pt idx="176">35.299999999999997</cx:pt>
          <cx:pt idx="177">35.350000000000001</cx:pt>
          <cx:pt idx="178">35.399999999999999</cx:pt>
          <cx:pt idx="179">35.450000000000003</cx:pt>
          <cx:pt idx="180">35.5</cx:pt>
          <cx:pt idx="181">35.549999999999997</cx:pt>
          <cx:pt idx="182">35.600000000000001</cx:pt>
          <cx:pt idx="183">35.649999999999999</cx:pt>
          <cx:pt idx="184">35.700000000000003</cx:pt>
          <cx:pt idx="185">35.75</cx:pt>
          <cx:pt idx="186">35.799999999999997</cx:pt>
          <cx:pt idx="187">35.899999999999999</cx:pt>
          <cx:pt idx="188">36</cx:pt>
          <cx:pt idx="189">36.049999999999997</cx:pt>
          <cx:pt idx="190">36.100000000000001</cx:pt>
          <cx:pt idx="191">36.149999999999999</cx:pt>
          <cx:pt idx="192">36.25</cx:pt>
          <cx:pt idx="193">36.649999999999999</cx:pt>
          <cx:pt idx="194">37.700000000000003</cx:pt>
          <cx:pt idx="195">38.100000000000001</cx:pt>
          <cx:pt idx="196">38.25</cx:pt>
          <cx:pt idx="197">38.5</cx:pt>
          <cx:pt idx="198">38.549999999999997</cx:pt>
          <cx:pt idx="199">38.600000000000001</cx:pt>
          <cx:pt idx="200">38.799999999999997</cx:pt>
          <cx:pt idx="201">38.850000000000001</cx:pt>
          <cx:pt idx="202">38.899999999999999</cx:pt>
          <cx:pt idx="203">39</cx:pt>
          <cx:pt idx="204">39.100000000000001</cx:pt>
          <cx:pt idx="205">39.149999999999999</cx:pt>
          <cx:pt idx="206">39.200000000000003</cx:pt>
          <cx:pt idx="207">39.350000000000001</cx:pt>
          <cx:pt idx="208">39.399999999999999</cx:pt>
          <cx:pt idx="209">39.450000000000003</cx:pt>
          <cx:pt idx="210">39.5</cx:pt>
          <cx:pt idx="211">39.549999999999997</cx:pt>
          <cx:pt idx="212">39.600000000000001</cx:pt>
          <cx:pt idx="213">39.649999999999999</cx:pt>
          <cx:pt idx="214">39.700000000000003</cx:pt>
          <cx:pt idx="215">39.850000000000001</cx:pt>
          <cx:pt idx="216">39.899999999999999</cx:pt>
          <cx:pt idx="217">39.950000000000003</cx:pt>
          <cx:pt idx="218">40.049999999999997</cx:pt>
          <cx:pt idx="219">40.100000000000001</cx:pt>
          <cx:pt idx="220">40.149999999999999</cx:pt>
          <cx:pt idx="221">40.200000000000003</cx:pt>
          <cx:pt idx="222">40.25</cx:pt>
          <cx:pt idx="223">40.299999999999997</cx:pt>
          <cx:pt idx="224">40.350000000000001</cx:pt>
          <cx:pt idx="225">40.399999999999999</cx:pt>
          <cx:pt idx="226">40.450000000000003</cx:pt>
          <cx:pt idx="227">40.549999999999997</cx:pt>
          <cx:pt idx="228">40.600000000000001</cx:pt>
          <cx:pt idx="229">40.649999999999999</cx:pt>
          <cx:pt idx="230">40.700000000000003</cx:pt>
          <cx:pt idx="231">40.75</cx:pt>
          <cx:pt idx="232">40.899999999999999</cx:pt>
          <cx:pt idx="233">41.100000000000001</cx:pt>
          <cx:pt idx="234">41.149999999999999</cx:pt>
          <cx:pt idx="235">41.350000000000001</cx:pt>
          <cx:pt idx="236">41.899999999999999</cx:pt>
          <cx:pt idx="237">41.950000000000003</cx:pt>
          <cx:pt idx="238">42.100000000000001</cx:pt>
          <cx:pt idx="239">42.299999999999997</cx:pt>
          <cx:pt idx="240">42.399999999999999</cx:pt>
          <cx:pt idx="241">43.049999999999997</cx:pt>
          <cx:pt idx="242">43.350000000000001</cx:pt>
          <cx:pt idx="243">43.450000000000003</cx:pt>
          <cx:pt idx="244">43.549999999999997</cx:pt>
          <cx:pt idx="245">43.600000000000001</cx:pt>
          <cx:pt idx="246">43.700000000000003</cx:pt>
          <cx:pt idx="247">43.75</cx:pt>
          <cx:pt idx="248">43.799999999999997</cx:pt>
          <cx:pt idx="249">43.850000000000001</cx:pt>
          <cx:pt idx="250">43.899999999999999</cx:pt>
          <cx:pt idx="251">43.950000000000003</cx:pt>
          <cx:pt idx="252">44</cx:pt>
          <cx:pt idx="253">44.049999999999997</cx:pt>
          <cx:pt idx="254">44.100000000000001</cx:pt>
          <cx:pt idx="255">44.149999999999999</cx:pt>
          <cx:pt idx="256">44.25</cx:pt>
          <cx:pt idx="257">44.299999999999997</cx:pt>
          <cx:pt idx="258">44.350000000000001</cx:pt>
          <cx:pt idx="259">44.399999999999999</cx:pt>
          <cx:pt idx="260">44.450000000000003</cx:pt>
          <cx:pt idx="261">44.5</cx:pt>
          <cx:pt idx="262">44.549999999999997</cx:pt>
          <cx:pt idx="263">44.600000000000001</cx:pt>
          <cx:pt idx="264">44.649999999999999</cx:pt>
          <cx:pt idx="265">44.700000000000003</cx:pt>
          <cx:pt idx="266">44.75</cx:pt>
          <cx:pt idx="267">44.799999999999997</cx:pt>
          <cx:pt idx="268">44.850000000000001</cx:pt>
          <cx:pt idx="269">44.899999999999999</cx:pt>
          <cx:pt idx="270">44.950000000000003</cx:pt>
          <cx:pt idx="271">45</cx:pt>
          <cx:pt idx="272">45.049999999999997</cx:pt>
          <cx:pt idx="273">45.100000000000001</cx:pt>
          <cx:pt idx="274">45.149999999999999</cx:pt>
          <cx:pt idx="275">45.200000000000003</cx:pt>
          <cx:pt idx="276">45.25</cx:pt>
          <cx:pt idx="277">45.299999999999997</cx:pt>
          <cx:pt idx="278">45.350000000000001</cx:pt>
          <cx:pt idx="279">45.399999999999999</cx:pt>
          <cx:pt idx="280">45.450000000000003</cx:pt>
          <cx:pt idx="281">45.5</cx:pt>
          <cx:pt idx="282">45.549999999999997</cx:pt>
          <cx:pt idx="283">45.600000000000001</cx:pt>
          <cx:pt idx="284">45.649999999999999</cx:pt>
          <cx:pt idx="285">45.75</cx:pt>
          <cx:pt idx="286">45.799999999999997</cx:pt>
          <cx:pt idx="287">45.850000000000001</cx:pt>
          <cx:pt idx="288">45.899999999999999</cx:pt>
          <cx:pt idx="289">46</cx:pt>
          <cx:pt idx="290">46.100000000000001</cx:pt>
          <cx:pt idx="291">46.200000000000003</cx:pt>
          <cx:pt idx="292">46.25</cx:pt>
          <cx:pt idx="293">46.299999999999997</cx:pt>
          <cx:pt idx="294">46.350000000000001</cx:pt>
          <cx:pt idx="295">46.399999999999999</cx:pt>
          <cx:pt idx="296">46.600000000000001</cx:pt>
          <cx:pt idx="297">47.049999999999997</cx:pt>
          <cx:pt idx="298">47.399999999999999</cx:pt>
          <cx:pt idx="299">47.600000000000001</cx:pt>
          <cx:pt idx="300">47.850000000000001</cx:pt>
          <cx:pt idx="301">47.950000000000003</cx:pt>
          <cx:pt idx="302">48.149999999999999</cx:pt>
          <cx:pt idx="303">48.200000000000003</cx:pt>
          <cx:pt idx="304">48.25</cx:pt>
          <cx:pt idx="305">48.399999999999999</cx:pt>
          <cx:pt idx="306">48.450000000000003</cx:pt>
          <cx:pt idx="307">48.600000000000001</cx:pt>
          <cx:pt idx="308">48.649999999999999</cx:pt>
          <cx:pt idx="309">48.700000000000003</cx:pt>
          <cx:pt idx="310">48.75</cx:pt>
          <cx:pt idx="311">48.799999999999997</cx:pt>
          <cx:pt idx="312">48.850000000000001</cx:pt>
          <cx:pt idx="313">48.899999999999999</cx:pt>
          <cx:pt idx="314">48.950000000000003</cx:pt>
          <cx:pt idx="315">49</cx:pt>
          <cx:pt idx="316">49.049999999999997</cx:pt>
          <cx:pt idx="317">49.149999999999999</cx:pt>
          <cx:pt idx="318">49.200000000000003</cx:pt>
          <cx:pt idx="319">49.25</cx:pt>
          <cx:pt idx="320">49.299999999999997</cx:pt>
          <cx:pt idx="321">49.350000000000001</cx:pt>
          <cx:pt idx="322">49.399999999999999</cx:pt>
          <cx:pt idx="323">49.450000000000003</cx:pt>
          <cx:pt idx="324">49.5</cx:pt>
          <cx:pt idx="325">49.549999999999997</cx:pt>
          <cx:pt idx="326">49.600000000000001</cx:pt>
          <cx:pt idx="327">49.649999999999999</cx:pt>
          <cx:pt idx="328">49.700000000000003</cx:pt>
          <cx:pt idx="329">49.75</cx:pt>
          <cx:pt idx="330">49.799999999999997</cx:pt>
          <cx:pt idx="331">49.850000000000001</cx:pt>
          <cx:pt idx="332">49.899999999999999</cx:pt>
          <cx:pt idx="333">49.950000000000003</cx:pt>
          <cx:pt idx="334">50</cx:pt>
          <cx:pt idx="335">50.049999999999997</cx:pt>
          <cx:pt idx="336">50.100000000000001</cx:pt>
          <cx:pt idx="337">50.149999999999999</cx:pt>
          <cx:pt idx="338">50.200000000000003</cx:pt>
          <cx:pt idx="339">50.25</cx:pt>
          <cx:pt idx="340">50.299999999999997</cx:pt>
          <cx:pt idx="341">50.350000000000001</cx:pt>
          <cx:pt idx="342">50.399999999999999</cx:pt>
          <cx:pt idx="343">50.450000000000003</cx:pt>
          <cx:pt idx="344">50.5</cx:pt>
          <cx:pt idx="345">50.549999999999997</cx:pt>
          <cx:pt idx="346">50.600000000000001</cx:pt>
          <cx:pt idx="347">50.649999999999999</cx:pt>
          <cx:pt idx="348">50.700000000000003</cx:pt>
          <cx:pt idx="349">50.75</cx:pt>
          <cx:pt idx="350">50.799999999999997</cx:pt>
          <cx:pt idx="351">50.850000000000001</cx:pt>
          <cx:pt idx="352">50.899999999999999</cx:pt>
          <cx:pt idx="353">50.950000000000003</cx:pt>
          <cx:pt idx="354">51</cx:pt>
          <cx:pt idx="355">51.049999999999997</cx:pt>
          <cx:pt idx="356">51.100000000000001</cx:pt>
          <cx:pt idx="357">51.149999999999999</cx:pt>
          <cx:pt idx="358">51.200000000000003</cx:pt>
          <cx:pt idx="359">51.25</cx:pt>
          <cx:pt idx="360">51.299999999999997</cx:pt>
          <cx:pt idx="361">51.350000000000001</cx:pt>
          <cx:pt idx="362">51.399999999999999</cx:pt>
          <cx:pt idx="363">51.450000000000003</cx:pt>
          <cx:pt idx="364">51.549999999999997</cx:pt>
          <cx:pt idx="365">51.600000000000001</cx:pt>
          <cx:pt idx="366">51.649999999999999</cx:pt>
          <cx:pt idx="367">51.700000000000003</cx:pt>
          <cx:pt idx="368">51.799999999999997</cx:pt>
          <cx:pt idx="369">52</cx:pt>
          <cx:pt idx="370">52.100000000000001</cx:pt>
          <cx:pt idx="371">52.149999999999999</cx:pt>
          <cx:pt idx="372">52.299999999999997</cx:pt>
          <cx:pt idx="373">52.5</cx:pt>
          <cx:pt idx="374">52.549999999999997</cx:pt>
          <cx:pt idx="375">52.700000000000003</cx:pt>
          <cx:pt idx="376">52.850000000000001</cx:pt>
          <cx:pt idx="377">53</cx:pt>
          <cx:pt idx="378">53.100000000000001</cx:pt>
          <cx:pt idx="379">53.149999999999999</cx:pt>
          <cx:pt idx="380">53.299999999999997</cx:pt>
          <cx:pt idx="381">53.350000000000001</cx:pt>
          <cx:pt idx="382">53.399999999999999</cx:pt>
          <cx:pt idx="383">53.450000000000003</cx:pt>
          <cx:pt idx="384">53.5</cx:pt>
          <cx:pt idx="385">53.549999999999997</cx:pt>
          <cx:pt idx="386">53.600000000000001</cx:pt>
          <cx:pt idx="387">53.649999999999999</cx:pt>
          <cx:pt idx="388">53.700000000000003</cx:pt>
          <cx:pt idx="389">53.75</cx:pt>
          <cx:pt idx="390">53.799999999999997</cx:pt>
          <cx:pt idx="391">53.850000000000001</cx:pt>
          <cx:pt idx="392">53.950000000000003</cx:pt>
          <cx:pt idx="393">54</cx:pt>
          <cx:pt idx="394">54.049999999999997</cx:pt>
          <cx:pt idx="395">54.100000000000001</cx:pt>
          <cx:pt idx="396">54.149999999999999</cx:pt>
          <cx:pt idx="397">54.200000000000003</cx:pt>
          <cx:pt idx="398">54.25</cx:pt>
          <cx:pt idx="399">54.299999999999997</cx:pt>
          <cx:pt idx="400">54.350000000000001</cx:pt>
          <cx:pt idx="401">54.399999999999999</cx:pt>
          <cx:pt idx="402">54.450000000000003</cx:pt>
          <cx:pt idx="403">54.5</cx:pt>
          <cx:pt idx="404">54.549999999999997</cx:pt>
          <cx:pt idx="405">54.600000000000001</cx:pt>
          <cx:pt idx="406">54.649999999999999</cx:pt>
          <cx:pt idx="407">54.700000000000003</cx:pt>
          <cx:pt idx="408">54.75</cx:pt>
          <cx:pt idx="409">54.799999999999997</cx:pt>
          <cx:pt idx="410">54.850000000000001</cx:pt>
          <cx:pt idx="411">54.899999999999999</cx:pt>
          <cx:pt idx="412">54.950000000000003</cx:pt>
          <cx:pt idx="413">55</cx:pt>
          <cx:pt idx="414">55.049999999999997</cx:pt>
          <cx:pt idx="415">55.100000000000001</cx:pt>
          <cx:pt idx="416">55.149999999999999</cx:pt>
          <cx:pt idx="417">55.200000000000003</cx:pt>
          <cx:pt idx="418">55.25</cx:pt>
          <cx:pt idx="419">55.299999999999997</cx:pt>
          <cx:pt idx="420">55.350000000000001</cx:pt>
          <cx:pt idx="421">55.450000000000003</cx:pt>
          <cx:pt idx="422">55.5</cx:pt>
          <cx:pt idx="423">55.549999999999997</cx:pt>
          <cx:pt idx="424">55.600000000000001</cx:pt>
          <cx:pt idx="425">55.649999999999999</cx:pt>
          <cx:pt idx="426">55.700000000000003</cx:pt>
          <cx:pt idx="427">55.75</cx:pt>
          <cx:pt idx="428">55.799999999999997</cx:pt>
          <cx:pt idx="429">55.850000000000001</cx:pt>
          <cx:pt idx="430">55.899999999999999</cx:pt>
          <cx:pt idx="431">55.950000000000003</cx:pt>
          <cx:pt idx="432">56</cx:pt>
          <cx:pt idx="433">56.049999999999997</cx:pt>
          <cx:pt idx="434">56.100000000000001</cx:pt>
          <cx:pt idx="435">56.149999999999999</cx:pt>
          <cx:pt idx="436">56.200000000000003</cx:pt>
          <cx:pt idx="437">56.25</cx:pt>
          <cx:pt idx="438">56.299999999999997</cx:pt>
          <cx:pt idx="439">56.350000000000001</cx:pt>
          <cx:pt idx="440">56.399999999999999</cx:pt>
          <cx:pt idx="441">56.450000000000003</cx:pt>
          <cx:pt idx="442">56.549999999999997</cx:pt>
          <cx:pt idx="443">56.600000000000001</cx:pt>
          <cx:pt idx="444">56.700000000000003</cx:pt>
          <cx:pt idx="445">56.75</cx:pt>
          <cx:pt idx="446">56.799999999999997</cx:pt>
          <cx:pt idx="447">56.850000000000001</cx:pt>
          <cx:pt idx="448">56.899999999999999</cx:pt>
          <cx:pt idx="449">56.950000000000003</cx:pt>
          <cx:pt idx="450">57.200000000000003</cx:pt>
          <cx:pt idx="451">57.5</cx:pt>
          <cx:pt idx="452">57.549999999999997</cx:pt>
          <cx:pt idx="453">57.600000000000001</cx:pt>
          <cx:pt idx="454">57.649999999999999</cx:pt>
          <cx:pt idx="455">57.75</cx:pt>
          <cx:pt idx="456">57.799999999999997</cx:pt>
          <cx:pt idx="457">57.950000000000003</cx:pt>
          <cx:pt idx="458">58</cx:pt>
          <cx:pt idx="459">58.200000000000003</cx:pt>
          <cx:pt idx="460">58.25</cx:pt>
          <cx:pt idx="461">58.350000000000001</cx:pt>
          <cx:pt idx="462">58.399999999999999</cx:pt>
          <cx:pt idx="463">58.450000000000003</cx:pt>
          <cx:pt idx="464">58.5</cx:pt>
          <cx:pt idx="465">58.549999999999997</cx:pt>
          <cx:pt idx="466">58.600000000000001</cx:pt>
          <cx:pt idx="467">58.649999999999999</cx:pt>
          <cx:pt idx="468">58.700000000000003</cx:pt>
          <cx:pt idx="469">58.75</cx:pt>
          <cx:pt idx="470">58.850000000000001</cx:pt>
          <cx:pt idx="471">58.899999999999999</cx:pt>
          <cx:pt idx="472">58.950000000000003</cx:pt>
          <cx:pt idx="473">59</cx:pt>
          <cx:pt idx="474">59.049999999999997</cx:pt>
          <cx:pt idx="475">59.100000000000001</cx:pt>
          <cx:pt idx="476">59.149999999999999</cx:pt>
          <cx:pt idx="477">59.200000000000003</cx:pt>
          <cx:pt idx="478">59.25</cx:pt>
          <cx:pt idx="479">59.299999999999997</cx:pt>
          <cx:pt idx="480">59.399999999999999</cx:pt>
          <cx:pt idx="481">59.450000000000003</cx:pt>
          <cx:pt idx="482">59.5</cx:pt>
          <cx:pt idx="483">59.549999999999997</cx:pt>
          <cx:pt idx="484">59.600000000000001</cx:pt>
          <cx:pt idx="485">59.649999999999999</cx:pt>
          <cx:pt idx="486">59.700000000000003</cx:pt>
          <cx:pt idx="487">59.75</cx:pt>
          <cx:pt idx="488">59.799999999999997</cx:pt>
          <cx:pt idx="489">59.850000000000001</cx:pt>
          <cx:pt idx="490">59.899999999999999</cx:pt>
          <cx:pt idx="491">59.950000000000003</cx:pt>
          <cx:pt idx="492">60</cx:pt>
          <cx:pt idx="493">60.049999999999997</cx:pt>
          <cx:pt idx="494">60.149999999999999</cx:pt>
          <cx:pt idx="495">60.200000000000003</cx:pt>
          <cx:pt idx="496">60.25</cx:pt>
          <cx:pt idx="497">60.299999999999997</cx:pt>
          <cx:pt idx="498">60.350000000000001</cx:pt>
          <cx:pt idx="499">60.399999999999999</cx:pt>
          <cx:pt idx="500">60.450000000000003</cx:pt>
          <cx:pt idx="501">60.5</cx:pt>
          <cx:pt idx="502">60.549999999999997</cx:pt>
          <cx:pt idx="503">60.600000000000001</cx:pt>
          <cx:pt idx="504">60.649999999999999</cx:pt>
          <cx:pt idx="505">60.700000000000003</cx:pt>
          <cx:pt idx="506">60.75</cx:pt>
          <cx:pt idx="507">60.799999999999997</cx:pt>
          <cx:pt idx="508">60.850000000000001</cx:pt>
          <cx:pt idx="509">60.899999999999999</cx:pt>
          <cx:pt idx="510">60.950000000000003</cx:pt>
          <cx:pt idx="511">61</cx:pt>
          <cx:pt idx="512">61.049999999999997</cx:pt>
          <cx:pt idx="513">61.100000000000001</cx:pt>
          <cx:pt idx="514">61.149999999999999</cx:pt>
          <cx:pt idx="515">61.200000000000003</cx:pt>
          <cx:pt idx="516">61.25</cx:pt>
          <cx:pt idx="517">61.299999999999997</cx:pt>
          <cx:pt idx="518">61.350000000000001</cx:pt>
          <cx:pt idx="519">61.399999999999999</cx:pt>
          <cx:pt idx="520">61.450000000000003</cx:pt>
          <cx:pt idx="521">61.5</cx:pt>
          <cx:pt idx="522">61.549999999999997</cx:pt>
          <cx:pt idx="523">61.600000000000001</cx:pt>
          <cx:pt idx="524">61.649999999999999</cx:pt>
          <cx:pt idx="525">61.75</cx:pt>
          <cx:pt idx="526">61.799999999999997</cx:pt>
          <cx:pt idx="527">61.899999999999999</cx:pt>
          <cx:pt idx="528">61.950000000000003</cx:pt>
          <cx:pt idx="529">62.049999999999997</cx:pt>
          <cx:pt idx="530">62.100000000000001</cx:pt>
          <cx:pt idx="531">62.149999999999999</cx:pt>
          <cx:pt idx="532">62.25</cx:pt>
          <cx:pt idx="533">62.450000000000003</cx:pt>
          <cx:pt idx="534">62.5</cx:pt>
          <cx:pt idx="535">62.549999999999997</cx:pt>
          <cx:pt idx="536">62.649999999999999</cx:pt>
          <cx:pt idx="537">62.799999999999997</cx:pt>
          <cx:pt idx="538">62.850000000000001</cx:pt>
          <cx:pt idx="539">63.049999999999997</cx:pt>
          <cx:pt idx="540">63.100000000000001</cx:pt>
          <cx:pt idx="541">63.149999999999999</cx:pt>
          <cx:pt idx="542">63.25</cx:pt>
          <cx:pt idx="543">63.299999999999997</cx:pt>
          <cx:pt idx="544">63.350000000000001</cx:pt>
          <cx:pt idx="545">63.399999999999999</cx:pt>
          <cx:pt idx="546">63.549999999999997</cx:pt>
          <cx:pt idx="547">63.700000000000003</cx:pt>
          <cx:pt idx="548">63.75</cx:pt>
          <cx:pt idx="549">63.799999999999997</cx:pt>
          <cx:pt idx="550">63.850000000000001</cx:pt>
          <cx:pt idx="551">63.899999999999999</cx:pt>
          <cx:pt idx="552">63.950000000000003</cx:pt>
          <cx:pt idx="553">64</cx:pt>
          <cx:pt idx="554">64.049999999999997</cx:pt>
          <cx:pt idx="555">64.099999999999994</cx:pt>
          <cx:pt idx="556">64.150000000000006</cx:pt>
          <cx:pt idx="557">64.200000000000003</cx:pt>
          <cx:pt idx="558">64.25</cx:pt>
          <cx:pt idx="559">64.299999999999997</cx:pt>
          <cx:pt idx="560">64.349999999999994</cx:pt>
          <cx:pt idx="561">64.400000000000006</cx:pt>
          <cx:pt idx="562">64.450000000000003</cx:pt>
          <cx:pt idx="563">64.5</cx:pt>
          <cx:pt idx="564">64.549999999999997</cx:pt>
          <cx:pt idx="565">64.599999999999994</cx:pt>
          <cx:pt idx="566">64.650000000000006</cx:pt>
          <cx:pt idx="567">64.700000000000003</cx:pt>
          <cx:pt idx="568">64.75</cx:pt>
          <cx:pt idx="569">64.799999999999997</cx:pt>
          <cx:pt idx="570">64.849999999999994</cx:pt>
          <cx:pt idx="571">64.900000000000006</cx:pt>
          <cx:pt idx="572">64.950000000000003</cx:pt>
          <cx:pt idx="573">65</cx:pt>
          <cx:pt idx="574">65.049999999999997</cx:pt>
          <cx:pt idx="575">65.099999999999994</cx:pt>
          <cx:pt idx="576">65.150000000000006</cx:pt>
          <cx:pt idx="577">65.200000000000003</cx:pt>
          <cx:pt idx="578">65.25</cx:pt>
          <cx:pt idx="579">65.299999999999997</cx:pt>
          <cx:pt idx="580">65.349999999999994</cx:pt>
          <cx:pt idx="581">65.400000000000006</cx:pt>
          <cx:pt idx="582">65.450000000000003</cx:pt>
          <cx:pt idx="583">65.5</cx:pt>
          <cx:pt idx="584">65.549999999999997</cx:pt>
          <cx:pt idx="585">65.599999999999994</cx:pt>
          <cx:pt idx="586">65.650000000000006</cx:pt>
          <cx:pt idx="587">65.700000000000003</cx:pt>
          <cx:pt idx="588">65.75</cx:pt>
          <cx:pt idx="589">65.799999999999997</cx:pt>
          <cx:pt idx="590">65.849999999999994</cx:pt>
          <cx:pt idx="591">65.900000000000006</cx:pt>
          <cx:pt idx="592">66</cx:pt>
          <cx:pt idx="593">66.049999999999997</cx:pt>
          <cx:pt idx="594">66.099999999999994</cx:pt>
          <cx:pt idx="595">66.150000000000006</cx:pt>
          <cx:pt idx="596">66.200000000000003</cx:pt>
          <cx:pt idx="597">66.25</cx:pt>
          <cx:pt idx="598">66.299999999999997</cx:pt>
          <cx:pt idx="599">66.400000000000006</cx:pt>
          <cx:pt idx="600">66.5</cx:pt>
          <cx:pt idx="601">66.599999999999994</cx:pt>
          <cx:pt idx="602">66.650000000000006</cx:pt>
          <cx:pt idx="603">66.700000000000003</cx:pt>
          <cx:pt idx="604">66.75</cx:pt>
          <cx:pt idx="605">66.799999999999997</cx:pt>
          <cx:pt idx="606">66.849999999999994</cx:pt>
          <cx:pt idx="607">66.900000000000006</cx:pt>
          <cx:pt idx="608">67.049999999999997</cx:pt>
          <cx:pt idx="609">67.200000000000003</cx:pt>
          <cx:pt idx="610">67.25</cx:pt>
          <cx:pt idx="611">67.400000000000006</cx:pt>
          <cx:pt idx="612">67.450000000000003</cx:pt>
          <cx:pt idx="613">67.599999999999994</cx:pt>
          <cx:pt idx="614">67.650000000000006</cx:pt>
          <cx:pt idx="615">67.700000000000003</cx:pt>
          <cx:pt idx="616">67.799999999999997</cx:pt>
          <cx:pt idx="617">67.849999999999994</cx:pt>
          <cx:pt idx="618">67.950000000000003</cx:pt>
          <cx:pt idx="619">68.049999999999997</cx:pt>
          <cx:pt idx="620">68.099999999999994</cx:pt>
          <cx:pt idx="621">68.150000000000006</cx:pt>
          <cx:pt idx="622">68.25</cx:pt>
          <cx:pt idx="623">68.299999999999997</cx:pt>
          <cx:pt idx="624">68.349999999999994</cx:pt>
          <cx:pt idx="625">68.400000000000006</cx:pt>
          <cx:pt idx="626">68.450000000000003</cx:pt>
          <cx:pt idx="627">68.5</cx:pt>
          <cx:pt idx="628">68.549999999999997</cx:pt>
          <cx:pt idx="629">68.599999999999994</cx:pt>
          <cx:pt idx="630">68.650000000000006</cx:pt>
          <cx:pt idx="631">68.700000000000003</cx:pt>
          <cx:pt idx="632">68.75</cx:pt>
          <cx:pt idx="633">68.799999999999997</cx:pt>
          <cx:pt idx="634">68.849999999999994</cx:pt>
          <cx:pt idx="635">68.900000000000006</cx:pt>
          <cx:pt idx="636">68.950000000000003</cx:pt>
          <cx:pt idx="637">69</cx:pt>
          <cx:pt idx="638">69.049999999999997</cx:pt>
          <cx:pt idx="639">69.099999999999994</cx:pt>
          <cx:pt idx="640">69.150000000000006</cx:pt>
          <cx:pt idx="641">69.200000000000003</cx:pt>
          <cx:pt idx="642">69.25</cx:pt>
          <cx:pt idx="643">69.299999999999997</cx:pt>
          <cx:pt idx="644">69.349999999999994</cx:pt>
          <cx:pt idx="645">69.400000000000006</cx:pt>
          <cx:pt idx="646">69.450000000000003</cx:pt>
          <cx:pt idx="647">69.5</cx:pt>
          <cx:pt idx="648">69.549999999999997</cx:pt>
          <cx:pt idx="649">69.599999999999994</cx:pt>
          <cx:pt idx="650">69.650000000000006</cx:pt>
          <cx:pt idx="651">69.700000000000003</cx:pt>
          <cx:pt idx="652">69.75</cx:pt>
          <cx:pt idx="653">69.799999999999997</cx:pt>
          <cx:pt idx="654">69.849999999999994</cx:pt>
          <cx:pt idx="655">69.900000000000006</cx:pt>
          <cx:pt idx="656">69.950000000000003</cx:pt>
          <cx:pt idx="657">70</cx:pt>
          <cx:pt idx="658">70.049999999999997</cx:pt>
          <cx:pt idx="659">70.099999999999994</cx:pt>
          <cx:pt idx="660">70.150000000000006</cx:pt>
          <cx:pt idx="661">70.200000000000003</cx:pt>
          <cx:pt idx="662">70.25</cx:pt>
          <cx:pt idx="663">70.299999999999997</cx:pt>
          <cx:pt idx="664">70.349999999999994</cx:pt>
          <cx:pt idx="665">70.400000000000006</cx:pt>
          <cx:pt idx="666">70.450000000000003</cx:pt>
          <cx:pt idx="667">70.5</cx:pt>
          <cx:pt idx="668">70.549999999999997</cx:pt>
          <cx:pt idx="669">70.599999999999994</cx:pt>
          <cx:pt idx="670">70.650000000000006</cx:pt>
          <cx:pt idx="671">70.700000000000003</cx:pt>
          <cx:pt idx="672">70.75</cx:pt>
          <cx:pt idx="673">70.799999999999997</cx:pt>
          <cx:pt idx="674">70.849999999999994</cx:pt>
          <cx:pt idx="675">70.900000000000006</cx:pt>
          <cx:pt idx="676">70.950000000000003</cx:pt>
          <cx:pt idx="677">71</cx:pt>
          <cx:pt idx="678">71.049999999999997</cx:pt>
          <cx:pt idx="679">71.099999999999994</cx:pt>
          <cx:pt idx="680">71.25</cx:pt>
          <cx:pt idx="681">71.299999999999997</cx:pt>
          <cx:pt idx="682">71.349999999999994</cx:pt>
          <cx:pt idx="683">71.400000000000006</cx:pt>
          <cx:pt idx="684">71.450000000000003</cx:pt>
          <cx:pt idx="685">71.5</cx:pt>
          <cx:pt idx="686">71.549999999999997</cx:pt>
          <cx:pt idx="687">71.599999999999994</cx:pt>
          <cx:pt idx="688">71.650000000000006</cx:pt>
          <cx:pt idx="689">71.700000000000003</cx:pt>
          <cx:pt idx="690">71.75</cx:pt>
          <cx:pt idx="691">71.799999999999997</cx:pt>
          <cx:pt idx="692">71.849999999999994</cx:pt>
          <cx:pt idx="693">71.900000000000006</cx:pt>
          <cx:pt idx="694">71.950000000000003</cx:pt>
          <cx:pt idx="695">72</cx:pt>
          <cx:pt idx="696">72.099999999999994</cx:pt>
          <cx:pt idx="697">72.25</cx:pt>
          <cx:pt idx="698">72.349999999999994</cx:pt>
          <cx:pt idx="699">72.450000000000003</cx:pt>
          <cx:pt idx="700">72.599999999999994</cx:pt>
          <cx:pt idx="701">72.75</cx:pt>
          <cx:pt idx="702">72.799999999999997</cx:pt>
          <cx:pt idx="703">72.900000000000006</cx:pt>
          <cx:pt idx="704">72.950000000000003</cx:pt>
          <cx:pt idx="705">73</cx:pt>
          <cx:pt idx="706">73.049999999999997</cx:pt>
          <cx:pt idx="707">73.099999999999994</cx:pt>
          <cx:pt idx="708">73.150000000000006</cx:pt>
          <cx:pt idx="709">73.25</cx:pt>
          <cx:pt idx="710">73.299999999999997</cx:pt>
          <cx:pt idx="711">73.349999999999994</cx:pt>
          <cx:pt idx="712">73.450000000000003</cx:pt>
          <cx:pt idx="713">73.5</cx:pt>
          <cx:pt idx="714">73.549999999999997</cx:pt>
          <cx:pt idx="715">73.599999999999994</cx:pt>
          <cx:pt idx="716">73.650000000000006</cx:pt>
          <cx:pt idx="717">73.700000000000003</cx:pt>
          <cx:pt idx="718">73.75</cx:pt>
          <cx:pt idx="719">73.799999999999997</cx:pt>
          <cx:pt idx="720">73.849999999999994</cx:pt>
          <cx:pt idx="721">73.900000000000006</cx:pt>
          <cx:pt idx="722">74</cx:pt>
          <cx:pt idx="723">74.049999999999997</cx:pt>
          <cx:pt idx="724">74.099999999999994</cx:pt>
          <cx:pt idx="725">74.150000000000006</cx:pt>
          <cx:pt idx="726">74.200000000000003</cx:pt>
          <cx:pt idx="727">74.25</cx:pt>
          <cx:pt idx="728">74.299999999999997</cx:pt>
          <cx:pt idx="729">74.349999999999994</cx:pt>
          <cx:pt idx="730">74.400000000000006</cx:pt>
          <cx:pt idx="731">74.450000000000003</cx:pt>
          <cx:pt idx="732">74.5</cx:pt>
          <cx:pt idx="733">74.549999999999997</cx:pt>
          <cx:pt idx="734">74.599999999999994</cx:pt>
          <cx:pt idx="735">74.650000000000006</cx:pt>
          <cx:pt idx="736">74.700000000000003</cx:pt>
          <cx:pt idx="737">74.75</cx:pt>
          <cx:pt idx="738">74.799999999999997</cx:pt>
          <cx:pt idx="739">74.849999999999994</cx:pt>
          <cx:pt idx="740">74.900000000000006</cx:pt>
          <cx:pt idx="741">74.950000000000003</cx:pt>
          <cx:pt idx="742">75</cx:pt>
          <cx:pt idx="743">75.049999999999997</cx:pt>
          <cx:pt idx="744">75.099999999999994</cx:pt>
          <cx:pt idx="745">75.150000000000006</cx:pt>
          <cx:pt idx="746">75.200000000000003</cx:pt>
          <cx:pt idx="747">75.25</cx:pt>
          <cx:pt idx="748">75.299999999999997</cx:pt>
          <cx:pt idx="749">75.349999999999994</cx:pt>
          <cx:pt idx="750">75.400000000000006</cx:pt>
          <cx:pt idx="751">75.450000000000003</cx:pt>
          <cx:pt idx="752">75.5</cx:pt>
          <cx:pt idx="753">75.549999999999997</cx:pt>
          <cx:pt idx="754">75.599999999999994</cx:pt>
          <cx:pt idx="755">75.650000000000006</cx:pt>
          <cx:pt idx="756">75.700000000000003</cx:pt>
          <cx:pt idx="757">75.75</cx:pt>
          <cx:pt idx="758">75.799999999999997</cx:pt>
          <cx:pt idx="759">75.849999999999994</cx:pt>
          <cx:pt idx="760">75.900000000000006</cx:pt>
          <cx:pt idx="761">75.950000000000003</cx:pt>
          <cx:pt idx="762">76</cx:pt>
          <cx:pt idx="763">76.049999999999997</cx:pt>
          <cx:pt idx="764">76.099999999999994</cx:pt>
          <cx:pt idx="765">76.150000000000006</cx:pt>
          <cx:pt idx="766">76.200000000000003</cx:pt>
          <cx:pt idx="767">76.25</cx:pt>
          <cx:pt idx="768">76.299999999999997</cx:pt>
          <cx:pt idx="769">76.349999999999994</cx:pt>
          <cx:pt idx="770">76.400000000000006</cx:pt>
          <cx:pt idx="771">76.450000000000003</cx:pt>
          <cx:pt idx="772">76.5</cx:pt>
          <cx:pt idx="773">76.549999999999997</cx:pt>
          <cx:pt idx="774">76.599999999999994</cx:pt>
          <cx:pt idx="775">76.75</cx:pt>
          <cx:pt idx="776">76.799999999999997</cx:pt>
          <cx:pt idx="777">76.849999999999994</cx:pt>
          <cx:pt idx="778">76.900000000000006</cx:pt>
          <cx:pt idx="779">76.950000000000003</cx:pt>
          <cx:pt idx="780">77.150000000000006</cx:pt>
          <cx:pt idx="781">77.200000000000003</cx:pt>
          <cx:pt idx="782">77.299999999999997</cx:pt>
          <cx:pt idx="783">77.349999999999994</cx:pt>
          <cx:pt idx="784">77.400000000000006</cx:pt>
          <cx:pt idx="785">77.549999999999997</cx:pt>
          <cx:pt idx="786">77.75</cx:pt>
          <cx:pt idx="787">77.799999999999997</cx:pt>
          <cx:pt idx="788">77.900000000000006</cx:pt>
          <cx:pt idx="789">78</cx:pt>
          <cx:pt idx="790">78.099999999999994</cx:pt>
          <cx:pt idx="791">78.150000000000006</cx:pt>
          <cx:pt idx="792">78.200000000000003</cx:pt>
          <cx:pt idx="793">78.299999999999997</cx:pt>
          <cx:pt idx="794">78.349999999999994</cx:pt>
          <cx:pt idx="795">78.400000000000006</cx:pt>
          <cx:pt idx="796">78.450000000000003</cx:pt>
          <cx:pt idx="797">78.5</cx:pt>
          <cx:pt idx="798">78.549999999999997</cx:pt>
          <cx:pt idx="799">78.599999999999994</cx:pt>
          <cx:pt idx="800">78.650000000000006</cx:pt>
          <cx:pt idx="801">78.700000000000003</cx:pt>
          <cx:pt idx="802">78.75</cx:pt>
          <cx:pt idx="803">78.799999999999997</cx:pt>
          <cx:pt idx="804">78.849999999999994</cx:pt>
          <cx:pt idx="805">78.900000000000006</cx:pt>
          <cx:pt idx="806">78.950000000000003</cx:pt>
          <cx:pt idx="807">79</cx:pt>
          <cx:pt idx="808">79.049999999999997</cx:pt>
          <cx:pt idx="809">79.099999999999994</cx:pt>
          <cx:pt idx="810">79.150000000000006</cx:pt>
          <cx:pt idx="811">79.200000000000003</cx:pt>
          <cx:pt idx="812">79.25</cx:pt>
          <cx:pt idx="813">79.299999999999997</cx:pt>
          <cx:pt idx="814">79.349999999999994</cx:pt>
          <cx:pt idx="815">79.400000000000006</cx:pt>
          <cx:pt idx="816">79.450000000000003</cx:pt>
          <cx:pt idx="817">79.5</cx:pt>
          <cx:pt idx="818">79.549999999999997</cx:pt>
          <cx:pt idx="819">79.599999999999994</cx:pt>
          <cx:pt idx="820">79.650000000000006</cx:pt>
          <cx:pt idx="821">79.700000000000003</cx:pt>
          <cx:pt idx="822">79.75</cx:pt>
          <cx:pt idx="823">79.799999999999997</cx:pt>
          <cx:pt idx="824">79.849999999999994</cx:pt>
          <cx:pt idx="825">79.900000000000006</cx:pt>
          <cx:pt idx="826">79.950000000000003</cx:pt>
          <cx:pt idx="827">80</cx:pt>
          <cx:pt idx="828">80.049999999999997</cx:pt>
          <cx:pt idx="829">80.099999999999994</cx:pt>
          <cx:pt idx="830">80.150000000000006</cx:pt>
          <cx:pt idx="831">80.200000000000003</cx:pt>
          <cx:pt idx="832">80.25</cx:pt>
          <cx:pt idx="833">80.299999999999997</cx:pt>
          <cx:pt idx="834">80.349999999999994</cx:pt>
          <cx:pt idx="835">80.400000000000006</cx:pt>
          <cx:pt idx="836">80.450000000000003</cx:pt>
          <cx:pt idx="837">80.5</cx:pt>
          <cx:pt idx="838">80.549999999999997</cx:pt>
          <cx:pt idx="839">80.599999999999994</cx:pt>
          <cx:pt idx="840">80.650000000000006</cx:pt>
          <cx:pt idx="841">80.700000000000003</cx:pt>
          <cx:pt idx="842">80.75</cx:pt>
          <cx:pt idx="843">80.799999999999997</cx:pt>
          <cx:pt idx="844">80.849999999999994</cx:pt>
          <cx:pt idx="845">80.900000000000006</cx:pt>
          <cx:pt idx="846">80.950000000000003</cx:pt>
          <cx:pt idx="847">81</cx:pt>
          <cx:pt idx="848">81.049999999999997</cx:pt>
          <cx:pt idx="849">81.099999999999994</cx:pt>
          <cx:pt idx="850">81.150000000000006</cx:pt>
          <cx:pt idx="851">81.200000000000003</cx:pt>
          <cx:pt idx="852">81.25</cx:pt>
          <cx:pt idx="853">81.299999999999997</cx:pt>
          <cx:pt idx="854">81.349999999999994</cx:pt>
          <cx:pt idx="855">81.400000000000006</cx:pt>
          <cx:pt idx="856">81.450000000000003</cx:pt>
          <cx:pt idx="857">81.5</cx:pt>
          <cx:pt idx="858">81.549999999999997</cx:pt>
          <cx:pt idx="859">81.599999999999994</cx:pt>
          <cx:pt idx="860">81.650000000000006</cx:pt>
          <cx:pt idx="861">81.700000000000003</cx:pt>
          <cx:pt idx="862">81.75</cx:pt>
          <cx:pt idx="863">81.799999999999997</cx:pt>
          <cx:pt idx="864">81.849999999999994</cx:pt>
          <cx:pt idx="865">81.900000000000006</cx:pt>
          <cx:pt idx="866">81.950000000000003</cx:pt>
          <cx:pt idx="867">82</cx:pt>
          <cx:pt idx="868">82.049999999999997</cx:pt>
          <cx:pt idx="869">82.099999999999994</cx:pt>
          <cx:pt idx="870">82.150000000000006</cx:pt>
          <cx:pt idx="871">82.299999999999997</cx:pt>
          <cx:pt idx="872">82.450000000000003</cx:pt>
          <cx:pt idx="873">82.5</cx:pt>
          <cx:pt idx="874">82.549999999999997</cx:pt>
          <cx:pt idx="875">82.650000000000006</cx:pt>
          <cx:pt idx="876">82.700000000000003</cx:pt>
          <cx:pt idx="877">82.75</cx:pt>
          <cx:pt idx="878">82.849999999999994</cx:pt>
          <cx:pt idx="879">82.900000000000006</cx:pt>
          <cx:pt idx="880">82.950000000000003</cx:pt>
          <cx:pt idx="881">83</cx:pt>
          <cx:pt idx="882">83.049999999999997</cx:pt>
          <cx:pt idx="883">83.150000000000006</cx:pt>
          <cx:pt idx="884">83.200000000000003</cx:pt>
          <cx:pt idx="885">83.25</cx:pt>
          <cx:pt idx="886">83.299999999999997</cx:pt>
          <cx:pt idx="887">83.400000000000006</cx:pt>
          <cx:pt idx="888">83.450000000000003</cx:pt>
          <cx:pt idx="889">83.5</cx:pt>
          <cx:pt idx="890">83.549999999999997</cx:pt>
          <cx:pt idx="891">83.599999999999994</cx:pt>
          <cx:pt idx="892">83.650000000000006</cx:pt>
          <cx:pt idx="893">83.700000000000003</cx:pt>
          <cx:pt idx="894">83.75</cx:pt>
          <cx:pt idx="895">83.799999999999997</cx:pt>
          <cx:pt idx="896">83.849999999999994</cx:pt>
          <cx:pt idx="897">84</cx:pt>
          <cx:pt idx="898">84.049999999999997</cx:pt>
          <cx:pt idx="899">84.099999999999994</cx:pt>
          <cx:pt idx="900">84.150000000000006</cx:pt>
          <cx:pt idx="901">84.200000000000003</cx:pt>
          <cx:pt idx="902">84.25</cx:pt>
          <cx:pt idx="903">84.299999999999997</cx:pt>
          <cx:pt idx="904">84.349999999999994</cx:pt>
          <cx:pt idx="905">84.400000000000006</cx:pt>
          <cx:pt idx="906">84.450000000000003</cx:pt>
          <cx:pt idx="907">84.5</cx:pt>
          <cx:pt idx="908">84.549999999999997</cx:pt>
          <cx:pt idx="909">84.599999999999994</cx:pt>
          <cx:pt idx="910">84.650000000000006</cx:pt>
          <cx:pt idx="911">84.700000000000003</cx:pt>
          <cx:pt idx="912">84.75</cx:pt>
          <cx:pt idx="913">84.799999999999997</cx:pt>
          <cx:pt idx="914">84.849999999999994</cx:pt>
          <cx:pt idx="915">84.900000000000006</cx:pt>
          <cx:pt idx="916">84.950000000000003</cx:pt>
          <cx:pt idx="917">85</cx:pt>
          <cx:pt idx="918">85.049999999999997</cx:pt>
          <cx:pt idx="919">85.099999999999994</cx:pt>
          <cx:pt idx="920">85.150000000000006</cx:pt>
          <cx:pt idx="921">85.200000000000003</cx:pt>
          <cx:pt idx="922">85.25</cx:pt>
          <cx:pt idx="923">85.299999999999997</cx:pt>
          <cx:pt idx="924">85.349999999999994</cx:pt>
          <cx:pt idx="925">85.400000000000006</cx:pt>
          <cx:pt idx="926">85.450000000000003</cx:pt>
          <cx:pt idx="927">85.5</cx:pt>
          <cx:pt idx="928">85.549999999999997</cx:pt>
          <cx:pt idx="929">85.599999999999994</cx:pt>
          <cx:pt idx="930">85.650000000000006</cx:pt>
          <cx:pt idx="931">85.700000000000003</cx:pt>
          <cx:pt idx="932">85.75</cx:pt>
          <cx:pt idx="933">85.799999999999997</cx:pt>
          <cx:pt idx="934">85.849999999999994</cx:pt>
          <cx:pt idx="935">85.900000000000006</cx:pt>
          <cx:pt idx="936">85.950000000000003</cx:pt>
          <cx:pt idx="937">86</cx:pt>
          <cx:pt idx="938">86.049999999999997</cx:pt>
          <cx:pt idx="939">86.099999999999994</cx:pt>
          <cx:pt idx="940">86.150000000000006</cx:pt>
          <cx:pt idx="941">86.200000000000003</cx:pt>
          <cx:pt idx="942">86.25</cx:pt>
          <cx:pt idx="943">86.349999999999994</cx:pt>
          <cx:pt idx="944">86.400000000000006</cx:pt>
          <cx:pt idx="945">86.450000000000003</cx:pt>
          <cx:pt idx="946">86.5</cx:pt>
          <cx:pt idx="947">86.549999999999997</cx:pt>
          <cx:pt idx="948">86.599999999999994</cx:pt>
          <cx:pt idx="949">86.650000000000006</cx:pt>
          <cx:pt idx="950">86.700000000000003</cx:pt>
          <cx:pt idx="951">86.75</cx:pt>
          <cx:pt idx="952">86.799999999999997</cx:pt>
          <cx:pt idx="953">86.849999999999994</cx:pt>
          <cx:pt idx="954">86.900000000000006</cx:pt>
          <cx:pt idx="955">86.950000000000003</cx:pt>
          <cx:pt idx="956">87</cx:pt>
          <cx:pt idx="957">87.099999999999994</cx:pt>
          <cx:pt idx="958">87.150000000000006</cx:pt>
          <cx:pt idx="959">87.200000000000003</cx:pt>
          <cx:pt idx="960">87.25</cx:pt>
          <cx:pt idx="961">87.299999999999997</cx:pt>
          <cx:pt idx="962">87.349999999999994</cx:pt>
          <cx:pt idx="963">87.549999999999997</cx:pt>
          <cx:pt idx="964">87.599999999999994</cx:pt>
          <cx:pt idx="965">87.650000000000006</cx:pt>
          <cx:pt idx="966">87.700000000000003</cx:pt>
          <cx:pt idx="967">87.75</cx:pt>
          <cx:pt idx="968">87.799999999999997</cx:pt>
          <cx:pt idx="969">87.900000000000006</cx:pt>
          <cx:pt idx="970">87.950000000000003</cx:pt>
          <cx:pt idx="971">88</cx:pt>
          <cx:pt idx="972">88.049999999999997</cx:pt>
          <cx:pt idx="973">88.099999999999994</cx:pt>
          <cx:pt idx="974">88.150000000000006</cx:pt>
          <cx:pt idx="975">88.200000000000003</cx:pt>
          <cx:pt idx="976">88.400000000000006</cx:pt>
          <cx:pt idx="977">88.450000000000003</cx:pt>
          <cx:pt idx="978">88.5</cx:pt>
          <cx:pt idx="979">88.549999999999997</cx:pt>
          <cx:pt idx="980">88.599999999999994</cx:pt>
          <cx:pt idx="981">88.650000000000006</cx:pt>
          <cx:pt idx="982">88.700000000000003</cx:pt>
          <cx:pt idx="983">88.75</cx:pt>
          <cx:pt idx="984">88.799999999999997</cx:pt>
          <cx:pt idx="985">88.849999999999994</cx:pt>
          <cx:pt idx="986">88.900000000000006</cx:pt>
          <cx:pt idx="987">88.950000000000003</cx:pt>
          <cx:pt idx="988">89</cx:pt>
          <cx:pt idx="989">89.049999999999997</cx:pt>
          <cx:pt idx="990">89.099999999999994</cx:pt>
          <cx:pt idx="991">89.150000000000006</cx:pt>
          <cx:pt idx="992">89.200000000000003</cx:pt>
          <cx:pt idx="993">89.25</cx:pt>
          <cx:pt idx="994">89.299999999999997</cx:pt>
          <cx:pt idx="995">89.349999999999994</cx:pt>
          <cx:pt idx="996">89.400000000000006</cx:pt>
          <cx:pt idx="997">89.450000000000003</cx:pt>
          <cx:pt idx="998">89.549999999999997</cx:pt>
          <cx:pt idx="999">89.599999999999994</cx:pt>
          <cx:pt idx="1000">89.650000000000006</cx:pt>
          <cx:pt idx="1001">89.700000000000003</cx:pt>
          <cx:pt idx="1002">89.75</cx:pt>
          <cx:pt idx="1003">89.799999999999997</cx:pt>
          <cx:pt idx="1004">89.849999999999994</cx:pt>
          <cx:pt idx="1005">89.900000000000006</cx:pt>
          <cx:pt idx="1006">89.950000000000003</cx:pt>
          <cx:pt idx="1007">90</cx:pt>
          <cx:pt idx="1008">90.049999999999997</cx:pt>
          <cx:pt idx="1009">90.099999999999994</cx:pt>
          <cx:pt idx="1010">90.150000000000006</cx:pt>
          <cx:pt idx="1011">90.200000000000003</cx:pt>
          <cx:pt idx="1012">90.25</cx:pt>
          <cx:pt idx="1013">90.299999999999997</cx:pt>
          <cx:pt idx="1014">90.349999999999994</cx:pt>
          <cx:pt idx="1015">90.400000000000006</cx:pt>
          <cx:pt idx="1016">90.450000000000003</cx:pt>
          <cx:pt idx="1017">90.5</cx:pt>
          <cx:pt idx="1018">90.549999999999997</cx:pt>
          <cx:pt idx="1019">90.599999999999994</cx:pt>
          <cx:pt idx="1020">90.650000000000006</cx:pt>
          <cx:pt idx="1021">90.700000000000003</cx:pt>
          <cx:pt idx="1022">90.75</cx:pt>
          <cx:pt idx="1023">90.799999999999997</cx:pt>
          <cx:pt idx="1024">90.849999999999994</cx:pt>
          <cx:pt idx="1025">90.950000000000003</cx:pt>
          <cx:pt idx="1026">91</cx:pt>
          <cx:pt idx="1027">91.049999999999997</cx:pt>
          <cx:pt idx="1028">91.099999999999994</cx:pt>
          <cx:pt idx="1029">91.150000000000006</cx:pt>
          <cx:pt idx="1030">91.200000000000003</cx:pt>
          <cx:pt idx="1031">91.25</cx:pt>
          <cx:pt idx="1032">91.299999999999997</cx:pt>
          <cx:pt idx="1033">91.349999999999994</cx:pt>
          <cx:pt idx="1034">91.450000000000003</cx:pt>
          <cx:pt idx="1035">91.5</cx:pt>
          <cx:pt idx="1036">91.549999999999997</cx:pt>
          <cx:pt idx="1037">91.599999999999994</cx:pt>
          <cx:pt idx="1038">91.650000000000006</cx:pt>
          <cx:pt idx="1039">91.700000000000003</cx:pt>
          <cx:pt idx="1040">91.799999999999997</cx:pt>
          <cx:pt idx="1041">91.950000000000003</cx:pt>
          <cx:pt idx="1042">92</cx:pt>
          <cx:pt idx="1043">92.049999999999997</cx:pt>
          <cx:pt idx="1044">92.150000000000006</cx:pt>
          <cx:pt idx="1045">92.200000000000003</cx:pt>
          <cx:pt idx="1046">92.299999999999997</cx:pt>
          <cx:pt idx="1047">92.400000000000006</cx:pt>
          <cx:pt idx="1048">92.450000000000003</cx:pt>
          <cx:pt idx="1049">92.549999999999997</cx:pt>
          <cx:pt idx="1050">92.599999999999994</cx:pt>
          <cx:pt idx="1051">92.650000000000006</cx:pt>
          <cx:pt idx="1052">92.700000000000003</cx:pt>
          <cx:pt idx="1053">92.849999999999994</cx:pt>
          <cx:pt idx="1054">92.900000000000006</cx:pt>
          <cx:pt idx="1055">92.950000000000003</cx:pt>
          <cx:pt idx="1056">93</cx:pt>
          <cx:pt idx="1057">93.049999999999997</cx:pt>
          <cx:pt idx="1058">93.150000000000006</cx:pt>
          <cx:pt idx="1059">93.200000000000003</cx:pt>
          <cx:pt idx="1060">93.25</cx:pt>
          <cx:pt idx="1061">93.299999999999997</cx:pt>
          <cx:pt idx="1062">93.349999999999994</cx:pt>
          <cx:pt idx="1063">93.400000000000006</cx:pt>
          <cx:pt idx="1064">93.450000000000003</cx:pt>
          <cx:pt idx="1065">93.5</cx:pt>
          <cx:pt idx="1066">93.549999999999997</cx:pt>
          <cx:pt idx="1067">93.599999999999994</cx:pt>
          <cx:pt idx="1068">93.650000000000006</cx:pt>
          <cx:pt idx="1069">93.700000000000003</cx:pt>
          <cx:pt idx="1070">93.75</cx:pt>
          <cx:pt idx="1071">93.799999999999997</cx:pt>
          <cx:pt idx="1072">93.849999999999994</cx:pt>
          <cx:pt idx="1073">93.900000000000006</cx:pt>
          <cx:pt idx="1074">93.950000000000003</cx:pt>
          <cx:pt idx="1075">94</cx:pt>
          <cx:pt idx="1076">94.049999999999997</cx:pt>
          <cx:pt idx="1077">94.099999999999994</cx:pt>
          <cx:pt idx="1078">94.150000000000006</cx:pt>
          <cx:pt idx="1079">94.200000000000003</cx:pt>
          <cx:pt idx="1080">94.25</cx:pt>
          <cx:pt idx="1081">94.299999999999997</cx:pt>
          <cx:pt idx="1082">94.349999999999994</cx:pt>
          <cx:pt idx="1083">94.400000000000006</cx:pt>
          <cx:pt idx="1084">94.450000000000003</cx:pt>
          <cx:pt idx="1085">94.5</cx:pt>
          <cx:pt idx="1086">94.549999999999997</cx:pt>
          <cx:pt idx="1087">94.599999999999994</cx:pt>
          <cx:pt idx="1088">94.650000000000006</cx:pt>
          <cx:pt idx="1089">94.700000000000003</cx:pt>
          <cx:pt idx="1090">94.75</cx:pt>
          <cx:pt idx="1091">94.799999999999997</cx:pt>
          <cx:pt idx="1092">94.849999999999994</cx:pt>
          <cx:pt idx="1093">94.900000000000006</cx:pt>
          <cx:pt idx="1094">94.950000000000003</cx:pt>
          <cx:pt idx="1095">95</cx:pt>
          <cx:pt idx="1096">95.049999999999997</cx:pt>
          <cx:pt idx="1097">95.099999999999994</cx:pt>
          <cx:pt idx="1098">95.150000000000006</cx:pt>
          <cx:pt idx="1099">95.200000000000003</cx:pt>
          <cx:pt idx="1100">95.25</cx:pt>
          <cx:pt idx="1101">95.299999999999997</cx:pt>
          <cx:pt idx="1102">95.349999999999994</cx:pt>
          <cx:pt idx="1103">95.400000000000006</cx:pt>
          <cx:pt idx="1104">95.450000000000003</cx:pt>
          <cx:pt idx="1105">95.5</cx:pt>
          <cx:pt idx="1106">95.549999999999997</cx:pt>
          <cx:pt idx="1107">95.599999999999994</cx:pt>
          <cx:pt idx="1108">95.650000000000006</cx:pt>
          <cx:pt idx="1109">95.700000000000003</cx:pt>
          <cx:pt idx="1110">95.75</cx:pt>
          <cx:pt idx="1111">95.799999999999997</cx:pt>
          <cx:pt idx="1112">95.849999999999994</cx:pt>
          <cx:pt idx="1113">95.900000000000006</cx:pt>
          <cx:pt idx="1114">95.950000000000003</cx:pt>
          <cx:pt idx="1115">96</cx:pt>
          <cx:pt idx="1116">96.099999999999994</cx:pt>
          <cx:pt idx="1117">96.200000000000003</cx:pt>
          <cx:pt idx="1118">96.349999999999994</cx:pt>
          <cx:pt idx="1119">96.400000000000006</cx:pt>
          <cx:pt idx="1120">96.5</cx:pt>
          <cx:pt idx="1121">96.549999999999997</cx:pt>
          <cx:pt idx="1122">96.599999999999994</cx:pt>
          <cx:pt idx="1123">96.650000000000006</cx:pt>
          <cx:pt idx="1124">96.75</cx:pt>
          <cx:pt idx="1125">96.799999999999997</cx:pt>
          <cx:pt idx="1126">96.849999999999994</cx:pt>
          <cx:pt idx="1127">96.900000000000006</cx:pt>
          <cx:pt idx="1128">96.950000000000003</cx:pt>
          <cx:pt idx="1129">97</cx:pt>
          <cx:pt idx="1130">97.049999999999997</cx:pt>
          <cx:pt idx="1131">97.099999999999994</cx:pt>
          <cx:pt idx="1132">97.200000000000003</cx:pt>
          <cx:pt idx="1133">97.25</cx:pt>
          <cx:pt idx="1134">97.450000000000003</cx:pt>
          <cx:pt idx="1135">97.549999999999997</cx:pt>
          <cx:pt idx="1136">97.650000000000006</cx:pt>
          <cx:pt idx="1137">97.700000000000003</cx:pt>
          <cx:pt idx="1138">97.75</cx:pt>
          <cx:pt idx="1139">97.799999999999997</cx:pt>
          <cx:pt idx="1140">97.849999999999994</cx:pt>
          <cx:pt idx="1141">97.950000000000003</cx:pt>
          <cx:pt idx="1142">98</cx:pt>
          <cx:pt idx="1143">98.049999999999997</cx:pt>
          <cx:pt idx="1144">98.099999999999994</cx:pt>
          <cx:pt idx="1145">98.150000000000006</cx:pt>
          <cx:pt idx="1146">98.200000000000003</cx:pt>
          <cx:pt idx="1147">98.25</cx:pt>
          <cx:pt idx="1148">98.299999999999997</cx:pt>
          <cx:pt idx="1149">98.349999999999994</cx:pt>
          <cx:pt idx="1150">98.450000000000003</cx:pt>
          <cx:pt idx="1151">98.549999999999997</cx:pt>
          <cx:pt idx="1152">98.599999999999994</cx:pt>
          <cx:pt idx="1153">98.650000000000006</cx:pt>
          <cx:pt idx="1154">98.700000000000003</cx:pt>
          <cx:pt idx="1155">98.799999999999997</cx:pt>
          <cx:pt idx="1156">98.849999999999994</cx:pt>
          <cx:pt idx="1157">98.900000000000006</cx:pt>
          <cx:pt idx="1158">99</cx:pt>
          <cx:pt idx="1159">99.049999999999997</cx:pt>
          <cx:pt idx="1160">99.099999999999994</cx:pt>
          <cx:pt idx="1161">99.150000000000006</cx:pt>
          <cx:pt idx="1162">99.200000000000003</cx:pt>
          <cx:pt idx="1163">99.25</cx:pt>
          <cx:pt idx="1164">99.299999999999997</cx:pt>
          <cx:pt idx="1165">99.349999999999994</cx:pt>
          <cx:pt idx="1166">99.400000000000006</cx:pt>
          <cx:pt idx="1167">99.450000000000003</cx:pt>
          <cx:pt idx="1168">99.5</cx:pt>
          <cx:pt idx="1169">99.549999999999997</cx:pt>
          <cx:pt idx="1170">99.650000000000006</cx:pt>
          <cx:pt idx="1171">99.700000000000003</cx:pt>
          <cx:pt idx="1172">99.75</cx:pt>
          <cx:pt idx="1173">99.799999999999997</cx:pt>
          <cx:pt idx="1174">99.849999999999994</cx:pt>
          <cx:pt idx="1175">99.900000000000006</cx:pt>
          <cx:pt idx="1176">99.950000000000003</cx:pt>
          <cx:pt idx="1177">100</cx:pt>
          <cx:pt idx="1178">100.05</cx:pt>
          <cx:pt idx="1179">100.09999999999999</cx:pt>
          <cx:pt idx="1180">100.15000000000001</cx:pt>
          <cx:pt idx="1181">100.2</cx:pt>
          <cx:pt idx="1182">100.25</cx:pt>
          <cx:pt idx="1183">100.3</cx:pt>
          <cx:pt idx="1184">100.34999999999999</cx:pt>
          <cx:pt idx="1185">100.40000000000001</cx:pt>
          <cx:pt idx="1186">100.45</cx:pt>
          <cx:pt idx="1187">100.5</cx:pt>
          <cx:pt idx="1188">100.55</cx:pt>
          <cx:pt idx="1189">100.59999999999999</cx:pt>
          <cx:pt idx="1190">100.65000000000001</cx:pt>
          <cx:pt idx="1191">100.7</cx:pt>
          <cx:pt idx="1192">100.75</cx:pt>
          <cx:pt idx="1193">100.8</cx:pt>
          <cx:pt idx="1194">100.84999999999999</cx:pt>
          <cx:pt idx="1195">100.90000000000001</cx:pt>
          <cx:pt idx="1196">101</cx:pt>
          <cx:pt idx="1197">101.05</cx:pt>
          <cx:pt idx="1198">101.09999999999999</cx:pt>
          <cx:pt idx="1199">101.15000000000001</cx:pt>
          <cx:pt idx="1200">101.25</cx:pt>
          <cx:pt idx="1201">101.3</cx:pt>
          <cx:pt idx="1202">101.34999999999999</cx:pt>
          <cx:pt idx="1203">101.40000000000001</cx:pt>
          <cx:pt idx="1204">101.45</cx:pt>
          <cx:pt idx="1205">101.5</cx:pt>
          <cx:pt idx="1206">101.55</cx:pt>
          <cx:pt idx="1207">101.59999999999999</cx:pt>
          <cx:pt idx="1208">101.75</cx:pt>
          <cx:pt idx="1209">101.8</cx:pt>
          <cx:pt idx="1210">101.90000000000001</cx:pt>
          <cx:pt idx="1211">102.05</cx:pt>
          <cx:pt idx="1212">102.09999999999999</cx:pt>
          <cx:pt idx="1213">102.15000000000001</cx:pt>
          <cx:pt idx="1214">102.40000000000001</cx:pt>
          <cx:pt idx="1215">102.45</cx:pt>
          <cx:pt idx="1216">102.5</cx:pt>
          <cx:pt idx="1217">102.55</cx:pt>
          <cx:pt idx="1218">102.59999999999999</cx:pt>
          <cx:pt idx="1219">102.65000000000001</cx:pt>
          <cx:pt idx="1220">102.7</cx:pt>
          <cx:pt idx="1221">102.84999999999999</cx:pt>
          <cx:pt idx="1222">102.90000000000001</cx:pt>
          <cx:pt idx="1223">103</cx:pt>
          <cx:pt idx="1224">103.05</cx:pt>
          <cx:pt idx="1225">103.09999999999999</cx:pt>
          <cx:pt idx="1226">103.15000000000001</cx:pt>
          <cx:pt idx="1227">103.2</cx:pt>
          <cx:pt idx="1228">103.25</cx:pt>
          <cx:pt idx="1229">103.3</cx:pt>
          <cx:pt idx="1230">103.40000000000001</cx:pt>
          <cx:pt idx="1231">103.45</cx:pt>
          <cx:pt idx="1232">103.5</cx:pt>
          <cx:pt idx="1233">103.59999999999999</cx:pt>
          <cx:pt idx="1234">103.65000000000001</cx:pt>
          <cx:pt idx="1235">103.7</cx:pt>
          <cx:pt idx="1236">103.75</cx:pt>
          <cx:pt idx="1237">103.8</cx:pt>
          <cx:pt idx="1238">103.84999999999999</cx:pt>
          <cx:pt idx="1239">103.90000000000001</cx:pt>
          <cx:pt idx="1240">103.95</cx:pt>
          <cx:pt idx="1241">104</cx:pt>
          <cx:pt idx="1242">104.05</cx:pt>
          <cx:pt idx="1243">104.09999999999999</cx:pt>
          <cx:pt idx="1244">104.15000000000001</cx:pt>
          <cx:pt idx="1245">104.25</cx:pt>
          <cx:pt idx="1246">104.3</cx:pt>
          <cx:pt idx="1247">104.34999999999999</cx:pt>
          <cx:pt idx="1248">104.40000000000001</cx:pt>
          <cx:pt idx="1249">104.45</cx:pt>
          <cx:pt idx="1250">104.5</cx:pt>
          <cx:pt idx="1251">104.55</cx:pt>
          <cx:pt idx="1252">104.59999999999999</cx:pt>
          <cx:pt idx="1253">104.65000000000001</cx:pt>
          <cx:pt idx="1254">104.7</cx:pt>
          <cx:pt idx="1255">104.75</cx:pt>
          <cx:pt idx="1256">104.8</cx:pt>
          <cx:pt idx="1257">104.84999999999999</cx:pt>
          <cx:pt idx="1258">104.90000000000001</cx:pt>
          <cx:pt idx="1259">104.95</cx:pt>
          <cx:pt idx="1260">105</cx:pt>
          <cx:pt idx="1261">105.05</cx:pt>
          <cx:pt idx="1262">105.09999999999999</cx:pt>
          <cx:pt idx="1263">105.15000000000001</cx:pt>
          <cx:pt idx="1264">105.2</cx:pt>
          <cx:pt idx="1265">105.25</cx:pt>
          <cx:pt idx="1266">105.3</cx:pt>
          <cx:pt idx="1267">105.34999999999999</cx:pt>
          <cx:pt idx="1268">105.40000000000001</cx:pt>
          <cx:pt idx="1269">105.45</cx:pt>
          <cx:pt idx="1270">105.5</cx:pt>
          <cx:pt idx="1271">105.55</cx:pt>
          <cx:pt idx="1272">105.59999999999999</cx:pt>
          <cx:pt idx="1273">105.65000000000001</cx:pt>
          <cx:pt idx="1274">105.7</cx:pt>
          <cx:pt idx="1275">105.75</cx:pt>
          <cx:pt idx="1276">105.8</cx:pt>
          <cx:pt idx="1277">105.84999999999999</cx:pt>
          <cx:pt idx="1278">105.90000000000001</cx:pt>
          <cx:pt idx="1279">105.95</cx:pt>
          <cx:pt idx="1280">106</cx:pt>
          <cx:pt idx="1281">106.05</cx:pt>
          <cx:pt idx="1282">106.09999999999999</cx:pt>
          <cx:pt idx="1283">106.15000000000001</cx:pt>
          <cx:pt idx="1284">106.2</cx:pt>
          <cx:pt idx="1285">106.3</cx:pt>
          <cx:pt idx="1286">106.34999999999999</cx:pt>
          <cx:pt idx="1287">106.40000000000001</cx:pt>
          <cx:pt idx="1288">106.45</cx:pt>
          <cx:pt idx="1289">106.5</cx:pt>
          <cx:pt idx="1290">106.59999999999999</cx:pt>
          <cx:pt idx="1291">106.65000000000001</cx:pt>
          <cx:pt idx="1292">106.7</cx:pt>
          <cx:pt idx="1293">106.75</cx:pt>
          <cx:pt idx="1294">106.8</cx:pt>
          <cx:pt idx="1295">106.84999999999999</cx:pt>
          <cx:pt idx="1296">106.90000000000001</cx:pt>
          <cx:pt idx="1297">107</cx:pt>
          <cx:pt idx="1298">107.05</cx:pt>
          <cx:pt idx="1299">107.15000000000001</cx:pt>
          <cx:pt idx="1300">107.2</cx:pt>
          <cx:pt idx="1301">107.25</cx:pt>
          <cx:pt idx="1302">107.34999999999999</cx:pt>
          <cx:pt idx="1303">107.40000000000001</cx:pt>
          <cx:pt idx="1304">107.45</cx:pt>
          <cx:pt idx="1305">107.5</cx:pt>
          <cx:pt idx="1306">107.55</cx:pt>
          <cx:pt idx="1307">107.59999999999999</cx:pt>
          <cx:pt idx="1308">107.65000000000001</cx:pt>
          <cx:pt idx="1309">107.7</cx:pt>
          <cx:pt idx="1310">107.75</cx:pt>
          <cx:pt idx="1311">107.90000000000001</cx:pt>
          <cx:pt idx="1312">107.95</cx:pt>
          <cx:pt idx="1313">108</cx:pt>
          <cx:pt idx="1314">108.05</cx:pt>
          <cx:pt idx="1315">108.09999999999999</cx:pt>
          <cx:pt idx="1316">108.15000000000001</cx:pt>
          <cx:pt idx="1317">108.2</cx:pt>
          <cx:pt idx="1318">108.25</cx:pt>
          <cx:pt idx="1319">108.3</cx:pt>
          <cx:pt idx="1320">108.34999999999999</cx:pt>
          <cx:pt idx="1321">108.40000000000001</cx:pt>
          <cx:pt idx="1322">108.45</cx:pt>
          <cx:pt idx="1323">108.5</cx:pt>
          <cx:pt idx="1324">108.55</cx:pt>
          <cx:pt idx="1325">108.65000000000001</cx:pt>
          <cx:pt idx="1326">108.75</cx:pt>
          <cx:pt idx="1327">108.8</cx:pt>
          <cx:pt idx="1328">108.90000000000001</cx:pt>
          <cx:pt idx="1329">108.95</cx:pt>
          <cx:pt idx="1330">109</cx:pt>
          <cx:pt idx="1331">109.05</cx:pt>
          <cx:pt idx="1332">109.09999999999999</cx:pt>
          <cx:pt idx="1333">109.15000000000001</cx:pt>
          <cx:pt idx="1334">109.2</cx:pt>
          <cx:pt idx="1335">109.25</cx:pt>
          <cx:pt idx="1336">109.3</cx:pt>
          <cx:pt idx="1337">109.40000000000001</cx:pt>
          <cx:pt idx="1338">109.45</cx:pt>
          <cx:pt idx="1339">109.5</cx:pt>
          <cx:pt idx="1340">109.55</cx:pt>
          <cx:pt idx="1341">109.59999999999999</cx:pt>
          <cx:pt idx="1342">109.65000000000001</cx:pt>
          <cx:pt idx="1343">109.7</cx:pt>
          <cx:pt idx="1344">109.75</cx:pt>
          <cx:pt idx="1345">109.8</cx:pt>
          <cx:pt idx="1346">109.84999999999999</cx:pt>
          <cx:pt idx="1347">109.90000000000001</cx:pt>
          <cx:pt idx="1348">109.95</cx:pt>
          <cx:pt idx="1349">110</cx:pt>
          <cx:pt idx="1350">110.05</cx:pt>
          <cx:pt idx="1351">110.09999999999999</cx:pt>
          <cx:pt idx="1352">110.15000000000001</cx:pt>
          <cx:pt idx="1353">110.2</cx:pt>
          <cx:pt idx="1354">110.25</cx:pt>
          <cx:pt idx="1355">110.3</cx:pt>
          <cx:pt idx="1356">110.34999999999999</cx:pt>
          <cx:pt idx="1357">110.45</cx:pt>
          <cx:pt idx="1358">110.5</cx:pt>
          <cx:pt idx="1359">110.55</cx:pt>
          <cx:pt idx="1360">110.59999999999999</cx:pt>
          <cx:pt idx="1361">110.65000000000001</cx:pt>
          <cx:pt idx="1362">110.7</cx:pt>
          <cx:pt idx="1363">110.75</cx:pt>
          <cx:pt idx="1364">110.8</cx:pt>
          <cx:pt idx="1365">110.84999999999999</cx:pt>
          <cx:pt idx="1366">110.90000000000001</cx:pt>
          <cx:pt idx="1367">111.05</cx:pt>
          <cx:pt idx="1368">111.09999999999999</cx:pt>
          <cx:pt idx="1369">111.15000000000001</cx:pt>
          <cx:pt idx="1370">111.2</cx:pt>
          <cx:pt idx="1371">111.25</cx:pt>
          <cx:pt idx="1372">111.3</cx:pt>
          <cx:pt idx="1373">111.34999999999999</cx:pt>
          <cx:pt idx="1374">111.40000000000001</cx:pt>
          <cx:pt idx="1375">111.45</cx:pt>
          <cx:pt idx="1376">111.5</cx:pt>
          <cx:pt idx="1377">111.55</cx:pt>
          <cx:pt idx="1378">111.59999999999999</cx:pt>
          <cx:pt idx="1379">111.65000000000001</cx:pt>
          <cx:pt idx="1380">111.75</cx:pt>
          <cx:pt idx="1381">111.8</cx:pt>
          <cx:pt idx="1382">111.90000000000001</cx:pt>
          <cx:pt idx="1383">111.95</cx:pt>
          <cx:pt idx="1384">112.09999999999999</cx:pt>
          <cx:pt idx="1385">112.2</cx:pt>
          <cx:pt idx="1386">112.25</cx:pt>
          <cx:pt idx="1387">112.34999999999999</cx:pt>
          <cx:pt idx="1388">112.40000000000001</cx:pt>
          <cx:pt idx="1389">112.55</cx:pt>
          <cx:pt idx="1390">112.59999999999999</cx:pt>
          <cx:pt idx="1391">112.75</cx:pt>
          <cx:pt idx="1392">112.90000000000001</cx:pt>
          <cx:pt idx="1393">112.95</cx:pt>
          <cx:pt idx="1394">113</cx:pt>
          <cx:pt idx="1395">113.05</cx:pt>
          <cx:pt idx="1396">113.09999999999999</cx:pt>
          <cx:pt idx="1397">113.15000000000001</cx:pt>
          <cx:pt idx="1398">113.2</cx:pt>
          <cx:pt idx="1399">113.25</cx:pt>
          <cx:pt idx="1400">113.3</cx:pt>
          <cx:pt idx="1401">113.34999999999999</cx:pt>
          <cx:pt idx="1402">113.40000000000001</cx:pt>
          <cx:pt idx="1403">113.45</cx:pt>
          <cx:pt idx="1404">113.59999999999999</cx:pt>
          <cx:pt idx="1405">113.65000000000001</cx:pt>
          <cx:pt idx="1406">113.75</cx:pt>
          <cx:pt idx="1407">113.8</cx:pt>
          <cx:pt idx="1408">113.95</cx:pt>
          <cx:pt idx="1409">114</cx:pt>
          <cx:pt idx="1410">114.05</cx:pt>
          <cx:pt idx="1411">114.09999999999999</cx:pt>
          <cx:pt idx="1412">114.3</cx:pt>
          <cx:pt idx="1413">114.34999999999999</cx:pt>
          <cx:pt idx="1414">114.45</cx:pt>
          <cx:pt idx="1415">114.5</cx:pt>
          <cx:pt idx="1416">114.55</cx:pt>
          <cx:pt idx="1417">114.59999999999999</cx:pt>
          <cx:pt idx="1418">114.65000000000001</cx:pt>
          <cx:pt idx="1419">114.7</cx:pt>
          <cx:pt idx="1420">114.75</cx:pt>
          <cx:pt idx="1421">114.84999999999999</cx:pt>
          <cx:pt idx="1422">114.90000000000001</cx:pt>
          <cx:pt idx="1423">114.95</cx:pt>
          <cx:pt idx="1424">115</cx:pt>
          <cx:pt idx="1425">115.05</cx:pt>
          <cx:pt idx="1426">115.09999999999999</cx:pt>
          <cx:pt idx="1427">115.15000000000001</cx:pt>
          <cx:pt idx="1428">115.25</cx:pt>
          <cx:pt idx="1429">115.5</cx:pt>
          <cx:pt idx="1430">115.55</cx:pt>
          <cx:pt idx="1431">115.59999999999999</cx:pt>
          <cx:pt idx="1432">115.65000000000001</cx:pt>
          <cx:pt idx="1433">115.75</cx:pt>
          <cx:pt idx="1434">115.8</cx:pt>
          <cx:pt idx="1435">115.84999999999999</cx:pt>
          <cx:pt idx="1436">116</cx:pt>
          <cx:pt idx="1437">116.05</cx:pt>
          <cx:pt idx="1438">116.09999999999999</cx:pt>
          <cx:pt idx="1439">116.15000000000001</cx:pt>
          <cx:pt idx="1440">116.25</cx:pt>
          <cx:pt idx="1441">116.3</cx:pt>
          <cx:pt idx="1442">116.40000000000001</cx:pt>
          <cx:pt idx="1443">116.45</cx:pt>
          <cx:pt idx="1444">116.5</cx:pt>
          <cx:pt idx="1445">116.55</cx:pt>
          <cx:pt idx="1446">116.59999999999999</cx:pt>
          <cx:pt idx="1447">116.75</cx:pt>
          <cx:pt idx="1448">116.8</cx:pt>
          <cx:pt idx="1449">116.84999999999999</cx:pt>
          <cx:pt idx="1450">116.95</cx:pt>
          <cx:pt idx="1451">117.15000000000001</cx:pt>
          <cx:pt idx="1452">117.2</cx:pt>
          <cx:pt idx="1453">117.34999999999999</cx:pt>
          <cx:pt idx="1454">117.5</cx:pt>
          <cx:pt idx="1455">117.59999999999999</cx:pt>
          <cx:pt idx="1456">118.2</cx:pt>
          <cx:pt idx="1457">118.59999999999999</cx:pt>
          <cx:pt idx="1458">118.65000000000001</cx:pt>
          <cx:pt idx="1459">118.75</cx:pt>
          <cx:pt idx="1460">18.850000000000001</cx:pt>
          <cx:pt idx="1461">18.949999999999999</cx:pt>
          <cx:pt idx="1462">19</cx:pt>
          <cx:pt idx="1463">19.100000000000001</cx:pt>
          <cx:pt idx="1464">19.25</cx:pt>
          <cx:pt idx="1465">19.300000000000001</cx:pt>
          <cx:pt idx="1466">19.350000000000001</cx:pt>
          <cx:pt idx="1467">19.399999999999999</cx:pt>
          <cx:pt idx="1468">19.449999999999999</cx:pt>
          <cx:pt idx="1469">19.5</cx:pt>
          <cx:pt idx="1470">19.550000000000001</cx:pt>
          <cx:pt idx="1471">19.600000000000001</cx:pt>
          <cx:pt idx="1472">19.649999999999999</cx:pt>
          <cx:pt idx="1473">19.699999999999999</cx:pt>
          <cx:pt idx="1474">19.75</cx:pt>
          <cx:pt idx="1475">19.800000000000001</cx:pt>
          <cx:pt idx="1476">19.850000000000001</cx:pt>
          <cx:pt idx="1477">19.899999999999999</cx:pt>
          <cx:pt idx="1478">19.949999999999999</cx:pt>
          <cx:pt idx="1479">20</cx:pt>
          <cx:pt idx="1480">20.050000000000001</cx:pt>
          <cx:pt idx="1481">20.100000000000001</cx:pt>
          <cx:pt idx="1482">20.149999999999999</cx:pt>
          <cx:pt idx="1483">20.199999999999999</cx:pt>
          <cx:pt idx="1484">20.25</cx:pt>
          <cx:pt idx="1485">20.300000000000001</cx:pt>
          <cx:pt idx="1486">20.350000000000001</cx:pt>
          <cx:pt idx="1487">20.399999999999999</cx:pt>
          <cx:pt idx="1488">20.5</cx:pt>
          <cx:pt idx="1489">20.550000000000001</cx:pt>
          <cx:pt idx="1490">20.600000000000001</cx:pt>
          <cx:pt idx="1491">20.649999999999999</cx:pt>
          <cx:pt idx="1492">20.800000000000001</cx:pt>
          <cx:pt idx="1493">20.850000000000001</cx:pt>
          <cx:pt idx="1494">20.899999999999999</cx:pt>
          <cx:pt idx="1495">20.949999999999999</cx:pt>
          <cx:pt idx="1496">21</cx:pt>
          <cx:pt idx="1497">21.050000000000001</cx:pt>
          <cx:pt idx="1498">23.149999999999999</cx:pt>
          <cx:pt idx="1499">23.449999999999999</cx:pt>
          <cx:pt idx="1500">23.899999999999999</cx:pt>
          <cx:pt idx="1501">24.050000000000001</cx:pt>
          <cx:pt idx="1502">24.100000000000001</cx:pt>
          <cx:pt idx="1503">24.25</cx:pt>
          <cx:pt idx="1504">24.350000000000001</cx:pt>
          <cx:pt idx="1505">24.399999999999999</cx:pt>
          <cx:pt idx="1506">24.449999999999999</cx:pt>
          <cx:pt idx="1507">24.5</cx:pt>
          <cx:pt idx="1508">24.600000000000001</cx:pt>
          <cx:pt idx="1509">24.75</cx:pt>
          <cx:pt idx="1510">24.800000000000001</cx:pt>
          <cx:pt idx="1511">24.899999999999999</cx:pt>
          <cx:pt idx="1512">24.949999999999999</cx:pt>
          <cx:pt idx="1513">25.050000000000001</cx:pt>
          <cx:pt idx="1514">25.100000000000001</cx:pt>
          <cx:pt idx="1515">25.149999999999999</cx:pt>
          <cx:pt idx="1516">25.199999999999999</cx:pt>
          <cx:pt idx="1517">25.25</cx:pt>
          <cx:pt idx="1518">25.300000000000001</cx:pt>
          <cx:pt idx="1519">25.399999999999999</cx:pt>
          <cx:pt idx="1520">25.5</cx:pt>
          <cx:pt idx="1521">25.699999999999999</cx:pt>
          <cx:pt idx="1522">25.800000000000001</cx:pt>
          <cx:pt idx="1523">25.899999999999999</cx:pt>
          <cx:pt idx="1524">28.449999999999999</cx:pt>
          <cx:pt idx="1525">28.600000000000001</cx:pt>
          <cx:pt idx="1526">29.199999999999999</cx:pt>
          <cx:pt idx="1527">29.399999999999999</cx:pt>
          <cx:pt idx="1528">29.5</cx:pt>
          <cx:pt idx="1529">29.600000000000001</cx:pt>
          <cx:pt idx="1530">29.649999999999999</cx:pt>
          <cx:pt idx="1531">29.699999999999999</cx:pt>
          <cx:pt idx="1532">29.850000000000001</cx:pt>
          <cx:pt idx="1533">29.949999999999999</cx:pt>
          <cx:pt idx="1534">30.100000000000001</cx:pt>
          <cx:pt idx="1535">30.199999999999999</cx:pt>
          <cx:pt idx="1536">30.300000000000001</cx:pt>
          <cx:pt idx="1537">30.350000000000001</cx:pt>
          <cx:pt idx="1538">30.399999999999999</cx:pt>
          <cx:pt idx="1539">30.449999999999999</cx:pt>
          <cx:pt idx="1540">30.5</cx:pt>
          <cx:pt idx="1541">30.600000000000001</cx:pt>
          <cx:pt idx="1542">30.75</cx:pt>
          <cx:pt idx="1543">30.899999999999999</cx:pt>
          <cx:pt idx="1544">31</cx:pt>
          <cx:pt idx="1545">31.050000000000001</cx:pt>
          <cx:pt idx="1546">31.350000000000001</cx:pt>
          <cx:pt idx="1547">33.5</cx:pt>
          <cx:pt idx="1548">33.549999999999997</cx:pt>
          <cx:pt idx="1549">33.649999999999999</cx:pt>
          <cx:pt idx="1550">33.899999999999999</cx:pt>
          <cx:pt idx="1551">34</cx:pt>
          <cx:pt idx="1552">34.25</cx:pt>
          <cx:pt idx="1553">34.5</cx:pt>
          <cx:pt idx="1554">34.700000000000003</cx:pt>
          <cx:pt idx="1555">35</cx:pt>
          <cx:pt idx="1556">35.049999999999997</cx:pt>
          <cx:pt idx="1557">35.100000000000001</cx:pt>
          <cx:pt idx="1558">35.149999999999999</cx:pt>
          <cx:pt idx="1559">35.200000000000003</cx:pt>
          <cx:pt idx="1560">35.25</cx:pt>
          <cx:pt idx="1561">35.399999999999999</cx:pt>
          <cx:pt idx="1562">35.450000000000003</cx:pt>
          <cx:pt idx="1563">35.549999999999997</cx:pt>
          <cx:pt idx="1564">35.75</cx:pt>
          <cx:pt idx="1565">35.899999999999999</cx:pt>
          <cx:pt idx="1566">36.450000000000003</cx:pt>
          <cx:pt idx="1567">36.5</cx:pt>
          <cx:pt idx="1568">36.850000000000001</cx:pt>
          <cx:pt idx="1569">39</cx:pt>
          <cx:pt idx="1570">39.049999999999997</cx:pt>
          <cx:pt idx="1571">39.100000000000001</cx:pt>
          <cx:pt idx="1572">39.299999999999997</cx:pt>
          <cx:pt idx="1573">39.5</cx:pt>
          <cx:pt idx="1574">39.649999999999999</cx:pt>
          <cx:pt idx="1575">40</cx:pt>
          <cx:pt idx="1576">40.049999999999997</cx:pt>
          <cx:pt idx="1577">40.100000000000001</cx:pt>
          <cx:pt idx="1578">40.149999999999999</cx:pt>
          <cx:pt idx="1579">40.200000000000003</cx:pt>
          <cx:pt idx="1580">40.299999999999997</cx:pt>
          <cx:pt idx="1581">40.399999999999999</cx:pt>
          <cx:pt idx="1582">40.649999999999999</cx:pt>
          <cx:pt idx="1583">41.049999999999997</cx:pt>
          <cx:pt idx="1584">41.149999999999999</cx:pt>
          <cx:pt idx="1585">41.600000000000001</cx:pt>
          <cx:pt idx="1586">41.899999999999999</cx:pt>
          <cx:pt idx="1587">42.350000000000001</cx:pt>
          <cx:pt idx="1588">42.600000000000001</cx:pt>
          <cx:pt idx="1589">42.899999999999999</cx:pt>
          <cx:pt idx="1590">43.25</cx:pt>
          <cx:pt idx="1591">43.299999999999997</cx:pt>
          <cx:pt idx="1592">43.649999999999999</cx:pt>
          <cx:pt idx="1593">43.75</cx:pt>
          <cx:pt idx="1594">43.950000000000003</cx:pt>
          <cx:pt idx="1595">44.049999999999997</cx:pt>
          <cx:pt idx="1596">44.100000000000001</cx:pt>
          <cx:pt idx="1597">44.149999999999999</cx:pt>
          <cx:pt idx="1598">44.200000000000003</cx:pt>
          <cx:pt idx="1599">44.299999999999997</cx:pt>
          <cx:pt idx="1600">44.350000000000001</cx:pt>
          <cx:pt idx="1601">44.399999999999999</cx:pt>
          <cx:pt idx="1602">44.450000000000003</cx:pt>
          <cx:pt idx="1603">44.549999999999997</cx:pt>
          <cx:pt idx="1604">44.600000000000001</cx:pt>
          <cx:pt idx="1605">44.649999999999999</cx:pt>
          <cx:pt idx="1606">44.700000000000003</cx:pt>
          <cx:pt idx="1607">44.75</cx:pt>
          <cx:pt idx="1608">44.850000000000001</cx:pt>
          <cx:pt idx="1609">44.899999999999999</cx:pt>
          <cx:pt idx="1610">44.950000000000003</cx:pt>
          <cx:pt idx="1611">45</cx:pt>
          <cx:pt idx="1612">45.049999999999997</cx:pt>
          <cx:pt idx="1613">45.100000000000001</cx:pt>
          <cx:pt idx="1614">45.149999999999999</cx:pt>
          <cx:pt idx="1615">45.25</cx:pt>
          <cx:pt idx="1616">45.299999999999997</cx:pt>
          <cx:pt idx="1617">45.350000000000001</cx:pt>
          <cx:pt idx="1618">45.399999999999999</cx:pt>
          <cx:pt idx="1619">45.549999999999997</cx:pt>
          <cx:pt idx="1620">45.600000000000001</cx:pt>
          <cx:pt idx="1621">45.649999999999999</cx:pt>
          <cx:pt idx="1622">45.700000000000003</cx:pt>
          <cx:pt idx="1623">45.75</cx:pt>
          <cx:pt idx="1624">45.799999999999997</cx:pt>
          <cx:pt idx="1625">45.850000000000001</cx:pt>
          <cx:pt idx="1626">45.950000000000003</cx:pt>
          <cx:pt idx="1627">46</cx:pt>
          <cx:pt idx="1628">46.049999999999997</cx:pt>
          <cx:pt idx="1629">46.200000000000003</cx:pt>
          <cx:pt idx="1630">46.299999999999997</cx:pt>
          <cx:pt idx="1631">46.350000000000001</cx:pt>
          <cx:pt idx="1632">47.149999999999999</cx:pt>
          <cx:pt idx="1633">47.799999999999997</cx:pt>
          <cx:pt idx="1634">47.850000000000001</cx:pt>
          <cx:pt idx="1635">47.950000000000003</cx:pt>
          <cx:pt idx="1636">48.350000000000001</cx:pt>
          <cx:pt idx="1637">48.549999999999997</cx:pt>
          <cx:pt idx="1638">48.600000000000001</cx:pt>
          <cx:pt idx="1639">48.700000000000003</cx:pt>
          <cx:pt idx="1640">48.75</cx:pt>
          <cx:pt idx="1641">48.799999999999997</cx:pt>
          <cx:pt idx="1642">48.950000000000003</cx:pt>
          <cx:pt idx="1643">49.049999999999997</cx:pt>
          <cx:pt idx="1644">49.100000000000001</cx:pt>
          <cx:pt idx="1645">49.149999999999999</cx:pt>
          <cx:pt idx="1646">49.200000000000003</cx:pt>
          <cx:pt idx="1647">49.25</cx:pt>
          <cx:pt idx="1648">49.350000000000001</cx:pt>
          <cx:pt idx="1649">49.399999999999999</cx:pt>
          <cx:pt idx="1650">49.549999999999997</cx:pt>
          <cx:pt idx="1651">49.600000000000001</cx:pt>
          <cx:pt idx="1652">49.649999999999999</cx:pt>
          <cx:pt idx="1653">49.75</cx:pt>
          <cx:pt idx="1654">49.850000000000001</cx:pt>
          <cx:pt idx="1655">49.899999999999999</cx:pt>
          <cx:pt idx="1656">49.950000000000003</cx:pt>
          <cx:pt idx="1657">50.049999999999997</cx:pt>
          <cx:pt idx="1658">50.100000000000001</cx:pt>
          <cx:pt idx="1659">50.149999999999999</cx:pt>
          <cx:pt idx="1660">50.25</cx:pt>
          <cx:pt idx="1661">50.350000000000001</cx:pt>
          <cx:pt idx="1662">50.399999999999999</cx:pt>
          <cx:pt idx="1663">50.450000000000003</cx:pt>
          <cx:pt idx="1664">50.5</cx:pt>
          <cx:pt idx="1665">50.549999999999997</cx:pt>
          <cx:pt idx="1666">50.600000000000001</cx:pt>
          <cx:pt idx="1667">50.649999999999999</cx:pt>
          <cx:pt idx="1668">50.700000000000003</cx:pt>
          <cx:pt idx="1669">50.75</cx:pt>
          <cx:pt idx="1670">50.799999999999997</cx:pt>
          <cx:pt idx="1671">50.850000000000001</cx:pt>
          <cx:pt idx="1672">50.899999999999999</cx:pt>
          <cx:pt idx="1673">51</cx:pt>
          <cx:pt idx="1674">51.049999999999997</cx:pt>
          <cx:pt idx="1675">51.200000000000003</cx:pt>
          <cx:pt idx="1676">51.25</cx:pt>
          <cx:pt idx="1677">51.5</cx:pt>
          <cx:pt idx="1678">51.549999999999997</cx:pt>
          <cx:pt idx="1679">51.75</cx:pt>
          <cx:pt idx="1680">51.799999999999997</cx:pt>
          <cx:pt idx="1681">52.200000000000003</cx:pt>
          <cx:pt idx="1682">53.399999999999999</cx:pt>
          <cx:pt idx="1683">53.5</cx:pt>
          <cx:pt idx="1684">53.549999999999997</cx:pt>
          <cx:pt idx="1685">53.649999999999999</cx:pt>
          <cx:pt idx="1686">53.75</cx:pt>
          <cx:pt idx="1687">53.850000000000001</cx:pt>
          <cx:pt idx="1688">53.899999999999999</cx:pt>
          <cx:pt idx="1689">53.950000000000003</cx:pt>
          <cx:pt idx="1690">54.149999999999999</cx:pt>
          <cx:pt idx="1691">54.200000000000003</cx:pt>
          <cx:pt idx="1692">54.299999999999997</cx:pt>
          <cx:pt idx="1693">54.350000000000001</cx:pt>
          <cx:pt idx="1694">54.399999999999999</cx:pt>
          <cx:pt idx="1695">54.450000000000003</cx:pt>
          <cx:pt idx="1696">54.549999999999997</cx:pt>
          <cx:pt idx="1697">54.700000000000003</cx:pt>
          <cx:pt idx="1698">54.75</cx:pt>
          <cx:pt idx="1699">54.850000000000001</cx:pt>
          <cx:pt idx="1700">54.899999999999999</cx:pt>
          <cx:pt idx="1701">55</cx:pt>
          <cx:pt idx="1702">55.049999999999997</cx:pt>
          <cx:pt idx="1703">55.100000000000001</cx:pt>
          <cx:pt idx="1704">55.149999999999999</cx:pt>
          <cx:pt idx="1705">55.200000000000003</cx:pt>
          <cx:pt idx="1706">55.25</cx:pt>
          <cx:pt idx="1707">55.299999999999997</cx:pt>
          <cx:pt idx="1708">55.350000000000001</cx:pt>
          <cx:pt idx="1709">55.399999999999999</cx:pt>
          <cx:pt idx="1710">55.549999999999997</cx:pt>
          <cx:pt idx="1711">55.649999999999999</cx:pt>
          <cx:pt idx="1712">55.700000000000003</cx:pt>
          <cx:pt idx="1713">55.799999999999997</cx:pt>
          <cx:pt idx="1714">55.850000000000001</cx:pt>
          <cx:pt idx="1715">55.899999999999999</cx:pt>
          <cx:pt idx="1716">55.950000000000003</cx:pt>
          <cx:pt idx="1717">56.149999999999999</cx:pt>
          <cx:pt idx="1718">56.25</cx:pt>
          <cx:pt idx="1719">56.5</cx:pt>
          <cx:pt idx="1720">56.649999999999999</cx:pt>
          <cx:pt idx="1721">56.700000000000003</cx:pt>
          <cx:pt idx="1722">57.149999999999999</cx:pt>
          <cx:pt idx="1723">57.450000000000003</cx:pt>
          <cx:pt idx="1724">57.549999999999997</cx:pt>
          <cx:pt idx="1725">58.5</cx:pt>
          <cx:pt idx="1726">58.600000000000001</cx:pt>
          <cx:pt idx="1727">59</cx:pt>
          <cx:pt idx="1728">59.200000000000003</cx:pt>
          <cx:pt idx="1729">59.299999999999997</cx:pt>
          <cx:pt idx="1730">59.399999999999999</cx:pt>
          <cx:pt idx="1731">59.450000000000003</cx:pt>
          <cx:pt idx="1732">59.5</cx:pt>
          <cx:pt idx="1733">59.75</cx:pt>
          <cx:pt idx="1734">59.799999999999997</cx:pt>
          <cx:pt idx="1735">59.850000000000001</cx:pt>
          <cx:pt idx="1736">59.899999999999999</cx:pt>
          <cx:pt idx="1737">60</cx:pt>
          <cx:pt idx="1738">60.049999999999997</cx:pt>
          <cx:pt idx="1739">60.100000000000001</cx:pt>
          <cx:pt idx="1740">60.149999999999999</cx:pt>
          <cx:pt idx="1741">60.299999999999997</cx:pt>
          <cx:pt idx="1742">60.350000000000001</cx:pt>
          <cx:pt idx="1743">60.399999999999999</cx:pt>
          <cx:pt idx="1744">60.450000000000003</cx:pt>
          <cx:pt idx="1745">61.149999999999999</cx:pt>
          <cx:pt idx="1746">61.450000000000003</cx:pt>
          <cx:pt idx="1747">61.600000000000001</cx:pt>
          <cx:pt idx="1748">61.649999999999999</cx:pt>
          <cx:pt idx="1749">62.049999999999997</cx:pt>
          <cx:pt idx="1750">62.299999999999997</cx:pt>
          <cx:pt idx="1751">62.649999999999999</cx:pt>
          <cx:pt idx="1752">62.700000000000003</cx:pt>
          <cx:pt idx="1753">63.600000000000001</cx:pt>
          <cx:pt idx="1754">64.400000000000006</cx:pt>
          <cx:pt idx="1755">64.650000000000006</cx:pt>
          <cx:pt idx="1756">64.700000000000003</cx:pt>
          <cx:pt idx="1757">64.75</cx:pt>
          <cx:pt idx="1758">65</cx:pt>
          <cx:pt idx="1759">65.200000000000003</cx:pt>
          <cx:pt idx="1760">65.25</cx:pt>
          <cx:pt idx="1761">65.299999999999997</cx:pt>
          <cx:pt idx="1762">65.400000000000006</cx:pt>
          <cx:pt idx="1763">65.450000000000003</cx:pt>
          <cx:pt idx="1764">65.700000000000003</cx:pt>
          <cx:pt idx="1765">66.25</cx:pt>
          <cx:pt idx="1766">66.349999999999994</cx:pt>
          <cx:pt idx="1767">66.400000000000006</cx:pt>
          <cx:pt idx="1768">66.5</cx:pt>
          <cx:pt idx="1769">67.5</cx:pt>
          <cx:pt idx="1770">67.75</cx:pt>
          <cx:pt idx="1771">67.950000000000003</cx:pt>
          <cx:pt idx="1772">68.25</cx:pt>
          <cx:pt idx="1773">68.5</cx:pt>
          <cx:pt idx="1774">68.650000000000006</cx:pt>
          <cx:pt idx="1775">68.849999999999994</cx:pt>
          <cx:pt idx="1776">68.950000000000003</cx:pt>
          <cx:pt idx="1777">69</cx:pt>
          <cx:pt idx="1778">69.049999999999997</cx:pt>
          <cx:pt idx="1779">69.099999999999994</cx:pt>
          <cx:pt idx="1780">69.150000000000006</cx:pt>
          <cx:pt idx="1781">69.200000000000003</cx:pt>
          <cx:pt idx="1782">69.25</cx:pt>
          <cx:pt idx="1783">69.349999999999994</cx:pt>
          <cx:pt idx="1784">69.400000000000006</cx:pt>
          <cx:pt idx="1785">69.5</cx:pt>
          <cx:pt idx="1786">69.549999999999997</cx:pt>
          <cx:pt idx="1787">69.599999999999994</cx:pt>
          <cx:pt idx="1788">69.650000000000006</cx:pt>
          <cx:pt idx="1789">69.700000000000003</cx:pt>
          <cx:pt idx="1790">69.75</cx:pt>
          <cx:pt idx="1791">69.799999999999997</cx:pt>
          <cx:pt idx="1792">69.849999999999994</cx:pt>
          <cx:pt idx="1793">69.900000000000006</cx:pt>
          <cx:pt idx="1794">69.950000000000003</cx:pt>
          <cx:pt idx="1795">70</cx:pt>
          <cx:pt idx="1796">70.049999999999997</cx:pt>
          <cx:pt idx="1797">70.099999999999994</cx:pt>
          <cx:pt idx="1798">70.150000000000006</cx:pt>
          <cx:pt idx="1799">70.200000000000003</cx:pt>
          <cx:pt idx="1800">70.25</cx:pt>
          <cx:pt idx="1801">70.299999999999997</cx:pt>
          <cx:pt idx="1802">70.349999999999994</cx:pt>
          <cx:pt idx="1803">70.400000000000006</cx:pt>
          <cx:pt idx="1804">70.450000000000003</cx:pt>
          <cx:pt idx="1805">70.5</cx:pt>
          <cx:pt idx="1806">70.549999999999997</cx:pt>
          <cx:pt idx="1807">70.599999999999994</cx:pt>
          <cx:pt idx="1808">70.650000000000006</cx:pt>
          <cx:pt idx="1809">70.700000000000003</cx:pt>
          <cx:pt idx="1810">70.75</cx:pt>
          <cx:pt idx="1811">70.799999999999997</cx:pt>
          <cx:pt idx="1812">70.849999999999994</cx:pt>
          <cx:pt idx="1813">70.900000000000006</cx:pt>
          <cx:pt idx="1814">70.950000000000003</cx:pt>
          <cx:pt idx="1815">71</cx:pt>
          <cx:pt idx="1816">71.049999999999997</cx:pt>
          <cx:pt idx="1817">71.099999999999994</cx:pt>
          <cx:pt idx="1818">71.150000000000006</cx:pt>
          <cx:pt idx="1819">71.299999999999997</cx:pt>
          <cx:pt idx="1820">71.349999999999994</cx:pt>
          <cx:pt idx="1821">71.549999999999997</cx:pt>
          <cx:pt idx="1822">71.650000000000006</cx:pt>
          <cx:pt idx="1823">71.799999999999997</cx:pt>
          <cx:pt idx="1824">72.150000000000006</cx:pt>
          <cx:pt idx="1825">72.200000000000003</cx:pt>
          <cx:pt idx="1826">72.25</cx:pt>
          <cx:pt idx="1827">72.450000000000003</cx:pt>
          <cx:pt idx="1828">72.650000000000006</cx:pt>
          <cx:pt idx="1829">72.849999999999994</cx:pt>
          <cx:pt idx="1830">72.900000000000006</cx:pt>
          <cx:pt idx="1831">73</cx:pt>
          <cx:pt idx="1832">73.200000000000003</cx:pt>
          <cx:pt idx="1833">73.25</cx:pt>
          <cx:pt idx="1834">73.5</cx:pt>
          <cx:pt idx="1835">73.549999999999997</cx:pt>
          <cx:pt idx="1836">73.599999999999994</cx:pt>
          <cx:pt idx="1837">73.650000000000006</cx:pt>
          <cx:pt idx="1838">73.75</cx:pt>
          <cx:pt idx="1839">73.849999999999994</cx:pt>
          <cx:pt idx="1840">73.900000000000006</cx:pt>
          <cx:pt idx="1841">73.950000000000003</cx:pt>
          <cx:pt idx="1842">74.049999999999997</cx:pt>
          <cx:pt idx="1843">74.099999999999994</cx:pt>
          <cx:pt idx="1844">74.150000000000006</cx:pt>
          <cx:pt idx="1845">74.200000000000003</cx:pt>
          <cx:pt idx="1846">74.25</cx:pt>
          <cx:pt idx="1847">74.299999999999997</cx:pt>
          <cx:pt idx="1848">74.349999999999994</cx:pt>
          <cx:pt idx="1849">74.400000000000006</cx:pt>
          <cx:pt idx="1850">74.450000000000003</cx:pt>
          <cx:pt idx="1851">74.5</cx:pt>
          <cx:pt idx="1852">74.549999999999997</cx:pt>
          <cx:pt idx="1853">74.599999999999994</cx:pt>
          <cx:pt idx="1854">74.650000000000006</cx:pt>
          <cx:pt idx="1855">74.700000000000003</cx:pt>
          <cx:pt idx="1856">74.75</cx:pt>
          <cx:pt idx="1857">74.799999999999997</cx:pt>
          <cx:pt idx="1858">74.849999999999994</cx:pt>
          <cx:pt idx="1859">74.900000000000006</cx:pt>
          <cx:pt idx="1860">74.950000000000003</cx:pt>
          <cx:pt idx="1861">75</cx:pt>
          <cx:pt idx="1862">75.049999999999997</cx:pt>
          <cx:pt idx="1863">75.099999999999994</cx:pt>
          <cx:pt idx="1864">75.150000000000006</cx:pt>
          <cx:pt idx="1865">75.200000000000003</cx:pt>
          <cx:pt idx="1866">75.25</cx:pt>
          <cx:pt idx="1867">75.299999999999997</cx:pt>
          <cx:pt idx="1868">75.349999999999994</cx:pt>
          <cx:pt idx="1869">75.400000000000006</cx:pt>
          <cx:pt idx="1870">75.450000000000003</cx:pt>
          <cx:pt idx="1871">75.5</cx:pt>
          <cx:pt idx="1872">75.549999999999997</cx:pt>
          <cx:pt idx="1873">75.599999999999994</cx:pt>
          <cx:pt idx="1874">75.650000000000006</cx:pt>
          <cx:pt idx="1875">75.700000000000003</cx:pt>
          <cx:pt idx="1876">75.75</cx:pt>
          <cx:pt idx="1877">75.799999999999997</cx:pt>
          <cx:pt idx="1878">75.849999999999994</cx:pt>
          <cx:pt idx="1879">75.900000000000006</cx:pt>
          <cx:pt idx="1880">76</cx:pt>
          <cx:pt idx="1881">76.049999999999997</cx:pt>
          <cx:pt idx="1882">76.099999999999994</cx:pt>
          <cx:pt idx="1883">76.200000000000003</cx:pt>
          <cx:pt idx="1884">76.25</cx:pt>
          <cx:pt idx="1885">76.349999999999994</cx:pt>
          <cx:pt idx="1886">76.400000000000006</cx:pt>
          <cx:pt idx="1887">76.450000000000003</cx:pt>
          <cx:pt idx="1888">76.5</cx:pt>
          <cx:pt idx="1889">76.650000000000006</cx:pt>
          <cx:pt idx="1890">76.950000000000003</cx:pt>
          <cx:pt idx="1891">77</cx:pt>
          <cx:pt idx="1892">77.150000000000006</cx:pt>
          <cx:pt idx="1893">77.5</cx:pt>
          <cx:pt idx="1894">77.650000000000006</cx:pt>
          <cx:pt idx="1895">77.75</cx:pt>
          <cx:pt idx="1896">77.849999999999994</cx:pt>
          <cx:pt idx="1897">77.950000000000003</cx:pt>
          <cx:pt idx="1898">78.049999999999997</cx:pt>
          <cx:pt idx="1899">78.099999999999994</cx:pt>
          <cx:pt idx="1900">78.25</cx:pt>
          <cx:pt idx="1901">78.299999999999997</cx:pt>
          <cx:pt idx="1902">78.450000000000003</cx:pt>
          <cx:pt idx="1903">78.5</cx:pt>
          <cx:pt idx="1904">78.549999999999997</cx:pt>
          <cx:pt idx="1905">78.599999999999994</cx:pt>
          <cx:pt idx="1906">78.650000000000006</cx:pt>
          <cx:pt idx="1907">78.75</cx:pt>
          <cx:pt idx="1908">78.799999999999997</cx:pt>
          <cx:pt idx="1909">78.849999999999994</cx:pt>
          <cx:pt idx="1910">78.900000000000006</cx:pt>
          <cx:pt idx="1911">78.950000000000003</cx:pt>
          <cx:pt idx="1912">79</cx:pt>
          <cx:pt idx="1913">79.049999999999997</cx:pt>
          <cx:pt idx="1914">79.099999999999994</cx:pt>
          <cx:pt idx="1915">79.150000000000006</cx:pt>
          <cx:pt idx="1916">79.200000000000003</cx:pt>
          <cx:pt idx="1917">79.25</cx:pt>
          <cx:pt idx="1918">79.299999999999997</cx:pt>
          <cx:pt idx="1919">79.349999999999994</cx:pt>
          <cx:pt idx="1920">79.400000000000006</cx:pt>
          <cx:pt idx="1921">79.450000000000003</cx:pt>
          <cx:pt idx="1922">79.5</cx:pt>
          <cx:pt idx="1923">79.549999999999997</cx:pt>
          <cx:pt idx="1924">79.599999999999994</cx:pt>
          <cx:pt idx="1925">79.650000000000006</cx:pt>
          <cx:pt idx="1926">79.700000000000003</cx:pt>
          <cx:pt idx="1927">79.75</cx:pt>
          <cx:pt idx="1928">79.799999999999997</cx:pt>
          <cx:pt idx="1929">79.849999999999994</cx:pt>
          <cx:pt idx="1930">79.900000000000006</cx:pt>
          <cx:pt idx="1931">79.950000000000003</cx:pt>
          <cx:pt idx="1932">80</cx:pt>
          <cx:pt idx="1933">80.049999999999997</cx:pt>
          <cx:pt idx="1934">80.099999999999994</cx:pt>
          <cx:pt idx="1935">80.150000000000006</cx:pt>
          <cx:pt idx="1936">80.200000000000003</cx:pt>
          <cx:pt idx="1937">80.25</cx:pt>
          <cx:pt idx="1938">80.299999999999997</cx:pt>
          <cx:pt idx="1939">80.349999999999994</cx:pt>
          <cx:pt idx="1940">80.400000000000006</cx:pt>
          <cx:pt idx="1941">80.450000000000003</cx:pt>
          <cx:pt idx="1942">80.5</cx:pt>
          <cx:pt idx="1943">80.549999999999997</cx:pt>
          <cx:pt idx="1944">80.599999999999994</cx:pt>
          <cx:pt idx="1945">80.650000000000006</cx:pt>
          <cx:pt idx="1946">80.700000000000003</cx:pt>
          <cx:pt idx="1947">80.75</cx:pt>
          <cx:pt idx="1948">80.799999999999997</cx:pt>
          <cx:pt idx="1949">80.849999999999994</cx:pt>
          <cx:pt idx="1950">80.950000000000003</cx:pt>
          <cx:pt idx="1951">81</cx:pt>
          <cx:pt idx="1952">81.049999999999997</cx:pt>
          <cx:pt idx="1953">81.099999999999994</cx:pt>
          <cx:pt idx="1954">81.150000000000006</cx:pt>
          <cx:pt idx="1955">81.25</cx:pt>
          <cx:pt idx="1956">81.299999999999997</cx:pt>
          <cx:pt idx="1957">81.349999999999994</cx:pt>
          <cx:pt idx="1958">81.450000000000003</cx:pt>
          <cx:pt idx="1959">81.5</cx:pt>
          <cx:pt idx="1960">81.700000000000003</cx:pt>
          <cx:pt idx="1961">81.950000000000003</cx:pt>
          <cx:pt idx="1962">82</cx:pt>
          <cx:pt idx="1963">82.049999999999997</cx:pt>
          <cx:pt idx="1964">82.299999999999997</cx:pt>
          <cx:pt idx="1965">82.349999999999994</cx:pt>
          <cx:pt idx="1966">82.400000000000006</cx:pt>
          <cx:pt idx="1967">82.450000000000003</cx:pt>
          <cx:pt idx="1968">82.849999999999994</cx:pt>
          <cx:pt idx="1969">83</cx:pt>
          <cx:pt idx="1970">83.049999999999997</cx:pt>
          <cx:pt idx="1971">83.150000000000006</cx:pt>
          <cx:pt idx="1972">83.200000000000003</cx:pt>
          <cx:pt idx="1973">83.299999999999997</cx:pt>
          <cx:pt idx="1974">83.349999999999994</cx:pt>
          <cx:pt idx="1975">83.549999999999997</cx:pt>
          <cx:pt idx="1976">83.599999999999994</cx:pt>
          <cx:pt idx="1977">83.650000000000006</cx:pt>
          <cx:pt idx="1978">83.75</cx:pt>
          <cx:pt idx="1979">83.799999999999997</cx:pt>
          <cx:pt idx="1980">83.849999999999994</cx:pt>
          <cx:pt idx="1981">83.900000000000006</cx:pt>
          <cx:pt idx="1982">83.950000000000003</cx:pt>
          <cx:pt idx="1983">84</cx:pt>
          <cx:pt idx="1984">84.049999999999997</cx:pt>
          <cx:pt idx="1985">84.099999999999994</cx:pt>
          <cx:pt idx="1986">84.150000000000006</cx:pt>
          <cx:pt idx="1987">84.200000000000003</cx:pt>
          <cx:pt idx="1988">84.25</cx:pt>
          <cx:pt idx="1989">84.299999999999997</cx:pt>
          <cx:pt idx="1990">84.349999999999994</cx:pt>
          <cx:pt idx="1991">84.400000000000006</cx:pt>
          <cx:pt idx="1992">84.450000000000003</cx:pt>
          <cx:pt idx="1993">84.5</cx:pt>
          <cx:pt idx="1994">84.549999999999997</cx:pt>
          <cx:pt idx="1995">84.599999999999994</cx:pt>
          <cx:pt idx="1996">84.650000000000006</cx:pt>
          <cx:pt idx="1997">84.700000000000003</cx:pt>
          <cx:pt idx="1998">84.75</cx:pt>
          <cx:pt idx="1999">84.799999999999997</cx:pt>
          <cx:pt idx="2000">84.849999999999994</cx:pt>
          <cx:pt idx="2001">84.900000000000006</cx:pt>
          <cx:pt idx="2002">84.950000000000003</cx:pt>
          <cx:pt idx="2003">85</cx:pt>
          <cx:pt idx="2004">85.049999999999997</cx:pt>
          <cx:pt idx="2005">85.099999999999994</cx:pt>
          <cx:pt idx="2006">85.150000000000006</cx:pt>
          <cx:pt idx="2007">85.200000000000003</cx:pt>
          <cx:pt idx="2008">85.25</cx:pt>
          <cx:pt idx="2009">85.299999999999997</cx:pt>
          <cx:pt idx="2010">85.349999999999994</cx:pt>
          <cx:pt idx="2011">85.400000000000006</cx:pt>
          <cx:pt idx="2012">85.450000000000003</cx:pt>
          <cx:pt idx="2013">85.5</cx:pt>
          <cx:pt idx="2014">85.549999999999997</cx:pt>
          <cx:pt idx="2015">85.599999999999994</cx:pt>
          <cx:pt idx="2016">85.650000000000006</cx:pt>
          <cx:pt idx="2017">85.700000000000003</cx:pt>
          <cx:pt idx="2018">85.75</cx:pt>
          <cx:pt idx="2019">85.799999999999997</cx:pt>
          <cx:pt idx="2020">85.849999999999994</cx:pt>
          <cx:pt idx="2021">85.900000000000006</cx:pt>
          <cx:pt idx="2022">85.950000000000003</cx:pt>
          <cx:pt idx="2023">86</cx:pt>
          <cx:pt idx="2024">86.049999999999997</cx:pt>
          <cx:pt idx="2025">86.099999999999994</cx:pt>
          <cx:pt idx="2026">86.150000000000006</cx:pt>
          <cx:pt idx="2027">86.200000000000003</cx:pt>
          <cx:pt idx="2028">86.25</cx:pt>
          <cx:pt idx="2029">86.299999999999997</cx:pt>
          <cx:pt idx="2030">86.450000000000003</cx:pt>
          <cx:pt idx="2031">86.5</cx:pt>
          <cx:pt idx="2032">86.549999999999997</cx:pt>
          <cx:pt idx="2033">86.599999999999994</cx:pt>
          <cx:pt idx="2034">86.650000000000006</cx:pt>
          <cx:pt idx="2035">86.799999999999997</cx:pt>
          <cx:pt idx="2036">86.849999999999994</cx:pt>
          <cx:pt idx="2037">87.049999999999997</cx:pt>
          <cx:pt idx="2038">87.099999999999994</cx:pt>
          <cx:pt idx="2039">87.150000000000006</cx:pt>
          <cx:pt idx="2040">87.25</cx:pt>
          <cx:pt idx="2041">87.400000000000006</cx:pt>
          <cx:pt idx="2042">87.450000000000003</cx:pt>
          <cx:pt idx="2043">87.549999999999997</cx:pt>
          <cx:pt idx="2044">88.049999999999997</cx:pt>
          <cx:pt idx="2045">88.150000000000006</cx:pt>
          <cx:pt idx="2046">88.200000000000003</cx:pt>
          <cx:pt idx="2047">88.25</cx:pt>
          <cx:pt idx="2048">88.299999999999997</cx:pt>
          <cx:pt idx="2049">88.349999999999994</cx:pt>
          <cx:pt idx="2050">88.400000000000006</cx:pt>
          <cx:pt idx="2051">88.450000000000003</cx:pt>
          <cx:pt idx="2052">88.549999999999997</cx:pt>
          <cx:pt idx="2053">88.700000000000003</cx:pt>
          <cx:pt idx="2054">88.799999999999997</cx:pt>
          <cx:pt idx="2055">88.849999999999994</cx:pt>
          <cx:pt idx="2056">88.900000000000006</cx:pt>
          <cx:pt idx="2057">88.950000000000003</cx:pt>
          <cx:pt idx="2058">89</cx:pt>
          <cx:pt idx="2059">89.049999999999997</cx:pt>
          <cx:pt idx="2060">89.099999999999994</cx:pt>
          <cx:pt idx="2061">89.150000000000006</cx:pt>
          <cx:pt idx="2062">89.200000000000003</cx:pt>
          <cx:pt idx="2063">89.25</cx:pt>
          <cx:pt idx="2064">89.299999999999997</cx:pt>
          <cx:pt idx="2065">89.349999999999994</cx:pt>
          <cx:pt idx="2066">89.400000000000006</cx:pt>
          <cx:pt idx="2067">89.450000000000003</cx:pt>
          <cx:pt idx="2068">89.5</cx:pt>
          <cx:pt idx="2069">89.549999999999997</cx:pt>
          <cx:pt idx="2070">89.599999999999994</cx:pt>
          <cx:pt idx="2071">89.650000000000006</cx:pt>
          <cx:pt idx="2072">89.700000000000003</cx:pt>
          <cx:pt idx="2073">89.75</cx:pt>
          <cx:pt idx="2074">89.799999999999997</cx:pt>
          <cx:pt idx="2075">89.849999999999994</cx:pt>
          <cx:pt idx="2076">89.900000000000006</cx:pt>
          <cx:pt idx="2077">89.950000000000003</cx:pt>
          <cx:pt idx="2078">90</cx:pt>
          <cx:pt idx="2079">90.049999999999997</cx:pt>
          <cx:pt idx="2080">90.099999999999994</cx:pt>
          <cx:pt idx="2081">90.150000000000006</cx:pt>
          <cx:pt idx="2082">90.200000000000003</cx:pt>
          <cx:pt idx="2083">90.25</cx:pt>
          <cx:pt idx="2084">90.349999999999994</cx:pt>
          <cx:pt idx="2085">90.400000000000006</cx:pt>
          <cx:pt idx="2086">90.450000000000003</cx:pt>
          <cx:pt idx="2087">90.5</cx:pt>
          <cx:pt idx="2088">90.549999999999997</cx:pt>
          <cx:pt idx="2089">90.599999999999994</cx:pt>
          <cx:pt idx="2090">90.700000000000003</cx:pt>
          <cx:pt idx="2091">90.75</cx:pt>
          <cx:pt idx="2092">90.799999999999997</cx:pt>
          <cx:pt idx="2093">90.849999999999994</cx:pt>
          <cx:pt idx="2094">90.900000000000006</cx:pt>
          <cx:pt idx="2095">90.950000000000003</cx:pt>
          <cx:pt idx="2096">91</cx:pt>
          <cx:pt idx="2097">91.049999999999997</cx:pt>
          <cx:pt idx="2098">91.099999999999994</cx:pt>
          <cx:pt idx="2099">91.150000000000006</cx:pt>
          <cx:pt idx="2100">91.25</cx:pt>
          <cx:pt idx="2101">91.299999999999997</cx:pt>
          <cx:pt idx="2102">91.400000000000006</cx:pt>
          <cx:pt idx="2103">91.5</cx:pt>
          <cx:pt idx="2104">91.650000000000006</cx:pt>
          <cx:pt idx="2105">91.700000000000003</cx:pt>
          <cx:pt idx="2106">91.75</cx:pt>
          <cx:pt idx="2107">91.849999999999994</cx:pt>
          <cx:pt idx="2108">92.099999999999994</cx:pt>
          <cx:pt idx="2109">92.349999999999994</cx:pt>
          <cx:pt idx="2110">92.450000000000003</cx:pt>
          <cx:pt idx="2111">92.5</cx:pt>
          <cx:pt idx="2112">92.549999999999997</cx:pt>
          <cx:pt idx="2113">93.150000000000006</cx:pt>
          <cx:pt idx="2114">93.200000000000003</cx:pt>
          <cx:pt idx="2115">93.299999999999997</cx:pt>
          <cx:pt idx="2116">93.349999999999994</cx:pt>
          <cx:pt idx="2117">93.400000000000006</cx:pt>
          <cx:pt idx="2118">93.5</cx:pt>
          <cx:pt idx="2119">93.549999999999997</cx:pt>
          <cx:pt idx="2120">93.700000000000003</cx:pt>
          <cx:pt idx="2121">93.799999999999997</cx:pt>
          <cx:pt idx="2122">93.849999999999994</cx:pt>
          <cx:pt idx="2123">93.900000000000006</cx:pt>
          <cx:pt idx="2124">94</cx:pt>
          <cx:pt idx="2125">94.049999999999997</cx:pt>
          <cx:pt idx="2126">94.099999999999994</cx:pt>
          <cx:pt idx="2127">94.200000000000003</cx:pt>
          <cx:pt idx="2128">94.25</cx:pt>
          <cx:pt idx="2129">94.299999999999997</cx:pt>
          <cx:pt idx="2130">94.349999999999994</cx:pt>
          <cx:pt idx="2131">94.400000000000006</cx:pt>
          <cx:pt idx="2132">94.450000000000003</cx:pt>
          <cx:pt idx="2133">94.5</cx:pt>
          <cx:pt idx="2134">94.549999999999997</cx:pt>
          <cx:pt idx="2135">94.599999999999994</cx:pt>
          <cx:pt idx="2136">94.650000000000006</cx:pt>
          <cx:pt idx="2137">94.700000000000003</cx:pt>
          <cx:pt idx="2138">94.75</cx:pt>
          <cx:pt idx="2139">94.799999999999997</cx:pt>
          <cx:pt idx="2140">94.849999999999994</cx:pt>
          <cx:pt idx="2141">94.900000000000006</cx:pt>
          <cx:pt idx="2142">94.950000000000003</cx:pt>
          <cx:pt idx="2143">95</cx:pt>
          <cx:pt idx="2144">95.049999999999997</cx:pt>
          <cx:pt idx="2145">95.099999999999994</cx:pt>
          <cx:pt idx="2146">95.150000000000006</cx:pt>
          <cx:pt idx="2147">95.200000000000003</cx:pt>
          <cx:pt idx="2148">95.25</cx:pt>
          <cx:pt idx="2149">95.349999999999994</cx:pt>
          <cx:pt idx="2150">95.450000000000003</cx:pt>
          <cx:pt idx="2151">95.5</cx:pt>
          <cx:pt idx="2152">95.549999999999997</cx:pt>
          <cx:pt idx="2153">95.599999999999994</cx:pt>
          <cx:pt idx="2154">95.650000000000006</cx:pt>
          <cx:pt idx="2155">95.700000000000003</cx:pt>
          <cx:pt idx="2156">95.75</cx:pt>
          <cx:pt idx="2157">95.799999999999997</cx:pt>
          <cx:pt idx="2158">95.849999999999994</cx:pt>
          <cx:pt idx="2159">95.900000000000006</cx:pt>
          <cx:pt idx="2160">96</cx:pt>
          <cx:pt idx="2161">96.049999999999997</cx:pt>
          <cx:pt idx="2162">96.099999999999994</cx:pt>
          <cx:pt idx="2163">96.150000000000006</cx:pt>
          <cx:pt idx="2164">96.200000000000003</cx:pt>
          <cx:pt idx="2165">96.25</cx:pt>
          <cx:pt idx="2166">96.299999999999997</cx:pt>
          <cx:pt idx="2167">96.400000000000006</cx:pt>
          <cx:pt idx="2168">96.5</cx:pt>
          <cx:pt idx="2169">96.549999999999997</cx:pt>
          <cx:pt idx="2170">96.599999999999994</cx:pt>
          <cx:pt idx="2171">96.650000000000006</cx:pt>
          <cx:pt idx="2172">96.700000000000003</cx:pt>
          <cx:pt idx="2173">96.75</cx:pt>
          <cx:pt idx="2174">96.799999999999997</cx:pt>
          <cx:pt idx="2175">97.099999999999994</cx:pt>
          <cx:pt idx="2176">97.349999999999994</cx:pt>
          <cx:pt idx="2177">97.650000000000006</cx:pt>
          <cx:pt idx="2178">97.799999999999997</cx:pt>
          <cx:pt idx="2179">97.849999999999994</cx:pt>
          <cx:pt idx="2180">97.900000000000006</cx:pt>
          <cx:pt idx="2181">97.950000000000003</cx:pt>
          <cx:pt idx="2182">98</cx:pt>
          <cx:pt idx="2183">98.049999999999997</cx:pt>
          <cx:pt idx="2184">98.099999999999994</cx:pt>
          <cx:pt idx="2185">98.150000000000006</cx:pt>
          <cx:pt idx="2186">98.25</cx:pt>
          <cx:pt idx="2187">98.299999999999997</cx:pt>
          <cx:pt idx="2188">98.349999999999994</cx:pt>
          <cx:pt idx="2189">98.400000000000006</cx:pt>
          <cx:pt idx="2190">98.5</cx:pt>
          <cx:pt idx="2191">98.549999999999997</cx:pt>
          <cx:pt idx="2192">98.599999999999994</cx:pt>
          <cx:pt idx="2193">98.650000000000006</cx:pt>
          <cx:pt idx="2194">98.700000000000003</cx:pt>
          <cx:pt idx="2195">98.75</cx:pt>
          <cx:pt idx="2196">98.799999999999997</cx:pt>
          <cx:pt idx="2197">98.900000000000006</cx:pt>
          <cx:pt idx="2198">99</cx:pt>
          <cx:pt idx="2199">99.049999999999997</cx:pt>
          <cx:pt idx="2200">99.099999999999994</cx:pt>
          <cx:pt idx="2201">99.150000000000006</cx:pt>
          <cx:pt idx="2202">99.200000000000003</cx:pt>
          <cx:pt idx="2203">99.25</cx:pt>
          <cx:pt idx="2204">99.299999999999997</cx:pt>
          <cx:pt idx="2205">99.349999999999994</cx:pt>
          <cx:pt idx="2206">99.400000000000006</cx:pt>
          <cx:pt idx="2207">99.450000000000003</cx:pt>
          <cx:pt idx="2208">99.5</cx:pt>
          <cx:pt idx="2209">99.549999999999997</cx:pt>
          <cx:pt idx="2210">99.599999999999994</cx:pt>
          <cx:pt idx="2211">99.650000000000006</cx:pt>
          <cx:pt idx="2212">99.700000000000003</cx:pt>
          <cx:pt idx="2213">99.75</cx:pt>
          <cx:pt idx="2214">99.799999999999997</cx:pt>
          <cx:pt idx="2215">99.849999999999994</cx:pt>
          <cx:pt idx="2216">99.900000000000006</cx:pt>
          <cx:pt idx="2217">99.950000000000003</cx:pt>
          <cx:pt idx="2218">100</cx:pt>
          <cx:pt idx="2219">100.05</cx:pt>
          <cx:pt idx="2220">100.09999999999999</cx:pt>
          <cx:pt idx="2221">100.15000000000001</cx:pt>
          <cx:pt idx="2222">100.2</cx:pt>
          <cx:pt idx="2223">100.25</cx:pt>
          <cx:pt idx="2224">100.3</cx:pt>
          <cx:pt idx="2225">100.34999999999999</cx:pt>
          <cx:pt idx="2226">100.45</cx:pt>
          <cx:pt idx="2227">100.5</cx:pt>
          <cx:pt idx="2228">100.55</cx:pt>
          <cx:pt idx="2229">100.59999999999999</cx:pt>
          <cx:pt idx="2230">100.65000000000001</cx:pt>
          <cx:pt idx="2231">100.7</cx:pt>
          <cx:pt idx="2232">100.75</cx:pt>
          <cx:pt idx="2233">100.8</cx:pt>
          <cx:pt idx="2234">100.84999999999999</cx:pt>
          <cx:pt idx="2235">100.95</cx:pt>
          <cx:pt idx="2236">101</cx:pt>
          <cx:pt idx="2237">101.05</cx:pt>
          <cx:pt idx="2238">101.09999999999999</cx:pt>
          <cx:pt idx="2239">101.15000000000001</cx:pt>
          <cx:pt idx="2240">101.25</cx:pt>
          <cx:pt idx="2241">101.3</cx:pt>
          <cx:pt idx="2242">101.34999999999999</cx:pt>
          <cx:pt idx="2243">101.40000000000001</cx:pt>
          <cx:pt idx="2244">101.45</cx:pt>
          <cx:pt idx="2245">101.5</cx:pt>
          <cx:pt idx="2246">101.55</cx:pt>
          <cx:pt idx="2247">101.7</cx:pt>
          <cx:pt idx="2248">101.75</cx:pt>
          <cx:pt idx="2249">101.84999999999999</cx:pt>
          <cx:pt idx="2250">101.90000000000001</cx:pt>
          <cx:pt idx="2251">101.95</cx:pt>
          <cx:pt idx="2252">102</cx:pt>
          <cx:pt idx="2253">102.09999999999999</cx:pt>
          <cx:pt idx="2254">102.25</cx:pt>
          <cx:pt idx="2255">102.34999999999999</cx:pt>
          <cx:pt idx="2256">102.45</cx:pt>
          <cx:pt idx="2257">102.59999999999999</cx:pt>
          <cx:pt idx="2258">102.8</cx:pt>
          <cx:pt idx="2259">102.95</cx:pt>
          <cx:pt idx="2260">103</cx:pt>
          <cx:pt idx="2261">103.25</cx:pt>
          <cx:pt idx="2262">103.3</cx:pt>
          <cx:pt idx="2263">103.34999999999999</cx:pt>
          <cx:pt idx="2264">103.40000000000001</cx:pt>
          <cx:pt idx="2265">103.45</cx:pt>
          <cx:pt idx="2266">103.7</cx:pt>
          <cx:pt idx="2267">103.75</cx:pt>
          <cx:pt idx="2268">103.84999999999999</cx:pt>
          <cx:pt idx="2269">103.90000000000001</cx:pt>
          <cx:pt idx="2270">103.95</cx:pt>
          <cx:pt idx="2271">104</cx:pt>
          <cx:pt idx="2272">104.05</cx:pt>
          <cx:pt idx="2273">104.09999999999999</cx:pt>
          <cx:pt idx="2274">104.15000000000001</cx:pt>
          <cx:pt idx="2275">104.2</cx:pt>
          <cx:pt idx="2276">104.25</cx:pt>
          <cx:pt idx="2277">104.3</cx:pt>
          <cx:pt idx="2278">104.40000000000001</cx:pt>
          <cx:pt idx="2279">104.5</cx:pt>
          <cx:pt idx="2280">104.55</cx:pt>
          <cx:pt idx="2281">104.59999999999999</cx:pt>
          <cx:pt idx="2282">104.65000000000001</cx:pt>
          <cx:pt idx="2283">104.7</cx:pt>
          <cx:pt idx="2284">104.75</cx:pt>
          <cx:pt idx="2285">104.8</cx:pt>
          <cx:pt idx="2286">104.84999999999999</cx:pt>
          <cx:pt idx="2287">104.90000000000001</cx:pt>
          <cx:pt idx="2288">104.95</cx:pt>
          <cx:pt idx="2289">105</cx:pt>
          <cx:pt idx="2290">105.05</cx:pt>
          <cx:pt idx="2291">105.09999999999999</cx:pt>
          <cx:pt idx="2292">105.2</cx:pt>
          <cx:pt idx="2293">105.25</cx:pt>
          <cx:pt idx="2294">105.3</cx:pt>
          <cx:pt idx="2295">105.34999999999999</cx:pt>
          <cx:pt idx="2296">105.40000000000001</cx:pt>
          <cx:pt idx="2297">105.5</cx:pt>
          <cx:pt idx="2298">105.55</cx:pt>
          <cx:pt idx="2299">105.65000000000001</cx:pt>
          <cx:pt idx="2300">105.7</cx:pt>
          <cx:pt idx="2301">105.75</cx:pt>
          <cx:pt idx="2302">105.84999999999999</cx:pt>
          <cx:pt idx="2303">105.90000000000001</cx:pt>
          <cx:pt idx="2304">105.95</cx:pt>
          <cx:pt idx="2305">106</cx:pt>
          <cx:pt idx="2306">106.05</cx:pt>
          <cx:pt idx="2307">106.09999999999999</cx:pt>
          <cx:pt idx="2308">106.15000000000001</cx:pt>
          <cx:pt idx="2309">106.25</cx:pt>
          <cx:pt idx="2310">106.3</cx:pt>
          <cx:pt idx="2311">106.34999999999999</cx:pt>
          <cx:pt idx="2312">106.40000000000001</cx:pt>
          <cx:pt idx="2313">106.45</cx:pt>
          <cx:pt idx="2314">106.5</cx:pt>
          <cx:pt idx="2315">106.55</cx:pt>
          <cx:pt idx="2316">106.59999999999999</cx:pt>
          <cx:pt idx="2317">106.7</cx:pt>
          <cx:pt idx="2318">106.75</cx:pt>
          <cx:pt idx="2319">106.90000000000001</cx:pt>
          <cx:pt idx="2320">106.95</cx:pt>
          <cx:pt idx="2321">107.34999999999999</cx:pt>
          <cx:pt idx="2322">107.40000000000001</cx:pt>
          <cx:pt idx="2323">107.5</cx:pt>
          <cx:pt idx="2324">107.55</cx:pt>
          <cx:pt idx="2325">107.95</cx:pt>
          <cx:pt idx="2326">108.05</cx:pt>
          <cx:pt idx="2327">108.15000000000001</cx:pt>
          <cx:pt idx="2328">108.40000000000001</cx:pt>
          <cx:pt idx="2329">108.45</cx:pt>
          <cx:pt idx="2330">108.55</cx:pt>
          <cx:pt idx="2331">108.59999999999999</cx:pt>
          <cx:pt idx="2332">108.65000000000001</cx:pt>
          <cx:pt idx="2333">108.75</cx:pt>
          <cx:pt idx="2334">108.84999999999999</cx:pt>
          <cx:pt idx="2335">109.15000000000001</cx:pt>
          <cx:pt idx="2336">109.25</cx:pt>
          <cx:pt idx="2337">109.45</cx:pt>
          <cx:pt idx="2338">109.5</cx:pt>
          <cx:pt idx="2339">109.55</cx:pt>
          <cx:pt idx="2340">109.65000000000001</cx:pt>
          <cx:pt idx="2341">109.75</cx:pt>
          <cx:pt idx="2342">109.8</cx:pt>
          <cx:pt idx="2343">109.90000000000001</cx:pt>
          <cx:pt idx="2344">110</cx:pt>
          <cx:pt idx="2345">110.09999999999999</cx:pt>
          <cx:pt idx="2346">110.15000000000001</cx:pt>
          <cx:pt idx="2347">110.34999999999999</cx:pt>
          <cx:pt idx="2348">110.45</cx:pt>
          <cx:pt idx="2349">110.75</cx:pt>
          <cx:pt idx="2350">110.84999999999999</cx:pt>
          <cx:pt idx="2351">110.90000000000001</cx:pt>
          <cx:pt idx="2352">111.09999999999999</cx:pt>
          <cx:pt idx="2353">111.2</cx:pt>
          <cx:pt idx="2354">111.25</cx:pt>
          <cx:pt idx="2355">111.3</cx:pt>
          <cx:pt idx="2356">111.59999999999999</cx:pt>
          <cx:pt idx="2357">111.95</cx:pt>
          <cx:pt idx="2358">112.95</cx:pt>
          <cx:pt idx="2359">113.15000000000001</cx:pt>
          <cx:pt idx="2360">113.2</cx:pt>
          <cx:pt idx="2361">113.59999999999999</cx:pt>
          <cx:pt idx="2362">114.2</cx:pt>
          <cx:pt idx="2363">114.5</cx:pt>
          <cx:pt idx="2364">115.55</cx:pt>
          <cx:pt idx="2365">115.65000000000001</cx:pt>
          <cx:pt idx="2366">116.2</cx:pt>
          <cx:pt idx="2367">117.45</cx:pt>
          <cx:pt idx="2368">117.8</cx:pt>
          <cx:pt idx="2369">118.34999999999999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NG" sz="1400" b="1" i="0" u="none" strike="noStrike" baseline="0"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latin typeface="Aptos Narrow" panose="02110004020202020204"/>
                <a:ea typeface="Calibri" panose="020F0502020204030204" pitchFamily="34" charset="0"/>
                <a:cs typeface="Calibri" panose="020F0502020204030204" pitchFamily="34" charset="0"/>
              </a:rPr>
              <a:t>Churn Status by Monthly Charge</a:t>
            </a:r>
            <a:r>
              <a:rPr lang="en-NG">
                <a:effectLst/>
              </a:rPr>
              <a:t> </a:t>
            </a:r>
            <a:endPara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endParaRPr>
          </a:p>
        </cx:rich>
      </cx:tx>
    </cx:title>
    <cx:plotArea>
      <cx:plotAreaRegion>
        <cx:series layoutId="boxWhisker" uniqueId="{00000000-9811-4C8F-AA5A-5F4A369542D3}">
          <cx:spPr>
            <a:solidFill>
              <a:srgbClr val="4E95D9"/>
            </a:solidFill>
          </cx:spPr>
          <cx:dataLabels pos="r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b="1"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pPr>
                <a:endParaRPr lang="en-US" sz="900" b="1" i="0" u="none" strike="noStrike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cx:txPr>
            <cx:visibility seriesName="0" categoryName="0" value="1"/>
            <cx:separator>, </cx:separator>
          </cx:dataLabels>
          <cx:dataId val="0"/>
          <cx:layoutPr>
            <cx:visibility meanLine="0" meanMarker="1" nonoutliers="0" outliers="1"/>
            <cx:statistics quartileMethod="exclusive"/>
          </cx:layoutPr>
        </cx:series>
      </cx:plotAreaRegion>
      <cx:axis id="0">
        <cx:catScaling gapWidth="1"/>
        <cx:tickLabels/>
        <cx:spPr>
          <a:ln>
            <a:noFill/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b="1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endParaRPr lang="en-US" sz="900" b="1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cx:txPr>
      </cx:axis>
      <cx:axis id="1">
        <cx:valScaling/>
        <cx:tickLabels/>
        <cx:spPr>
          <a:ln>
            <a:noFill/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b="1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pPr>
            <a:endParaRPr lang="en-US" sz="900" b="1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cx:txPr>
      </cx:axis>
    </cx:plotArea>
  </cx:chart>
  <cx:spPr>
    <a:noFill/>
    <a:ln>
      <a:solidFill>
        <a:srgbClr val="ADE8F4"/>
      </a:solidFill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784FE-19A7-420A-8080-1A88E67D5E80}" type="datetimeFigureOut">
              <a:rPr lang="en-NG" smtClean="0"/>
              <a:t>11/08/2026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B0882-9D8A-4470-9195-97E64FD8301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90166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B0882-9D8A-4470-9195-97E64FD83013}" type="slidenum">
              <a:rPr lang="en-NG" smtClean="0"/>
              <a:t>5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33666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BADA4-3F93-E999-6DB0-8E82E34BE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4030B-991E-F71E-4DCA-85EE9DCA8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46154-2A6C-3D81-9333-2D059559A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62533-61D0-D2E8-8D1F-563DAD753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B0882-9D8A-4470-9195-97E64FD83013}" type="slidenum">
              <a:rPr lang="en-NG" smtClean="0"/>
              <a:t>6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59555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D029E-5DC2-4398-07E1-169B06B9F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3F6B9D-F29E-102A-0F7E-AD4AF217D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98F08-4C79-BCD8-7248-4754C85EA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B34DD-6FFF-31A1-E6E6-E9914CD50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B0882-9D8A-4470-9195-97E64FD83013}" type="slidenum">
              <a:rPr lang="en-NG" smtClean="0"/>
              <a:t>7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28915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0329A-949E-7419-D53D-4149B895B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1BAEC3-CB06-EFB9-2428-A572A0672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9CCDC3-53D4-85CF-F3DE-DFE5001CF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3B836-D5B3-2216-CB24-76745E741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B0882-9D8A-4470-9195-97E64FD83013}" type="slidenum">
              <a:rPr lang="en-NG" smtClean="0"/>
              <a:t>9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631322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FB7CF-AEBD-FBD5-7CD7-59F3E8CB4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D374FC-83F8-B826-59DA-4BCF4E67E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F19FE-65B2-34E2-6990-34740AD33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78195-F3BB-2269-D10D-96277C5041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B0882-9D8A-4470-9195-97E64FD83013}" type="slidenum">
              <a:rPr lang="en-NG" smtClean="0"/>
              <a:t>10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169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6309C-9D55-7D5D-61B9-375C0C9EA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0ADEA-2E4B-B517-F907-FB81CED5CF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C8F3C-3C61-9832-BF3A-FCDA21E72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EC46B-84D7-42E1-9521-DB0AAC8FD18B}" type="datetimeFigureOut">
              <a:rPr lang="en-NG" smtClean="0"/>
              <a:t>11/08/2026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A7BD0-BF5D-35DC-1EBC-A48BFB605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37A38-C35B-4E0D-7B3C-2102EB79B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6C5B5-73F5-4581-8C85-E7095A36A2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76798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CED81-B0E9-9409-CA2C-8E52EDA3C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ADE2F-4EF3-EBF1-A29A-6F878A1A4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4D6C0-E620-A04D-00BB-4AF333678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EC46B-84D7-42E1-9521-DB0AAC8FD18B}" type="datetimeFigureOut">
              <a:rPr lang="en-NG" smtClean="0"/>
              <a:t>11/08/2026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D9253-3F1E-0F04-677C-56836A4F8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310C3-AB54-16A1-4951-D66D75D1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6C5B5-73F5-4581-8C85-E7095A36A2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89453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D1780-2148-925F-D395-F37712FBF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38CF6-0BF4-08D7-7BFC-649E9ACF8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8E74-A1CF-6B7D-B34C-79269EFFE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EC46B-84D7-42E1-9521-DB0AAC8FD18B}" type="datetimeFigureOut">
              <a:rPr lang="en-NG" smtClean="0"/>
              <a:t>11/08/2026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245EA-06CF-3687-7617-C4A1A52D9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08B6C-8C4D-0488-5926-D45D4994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6C5B5-73F5-4581-8C85-E7095A36A2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62625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D7357-5B7E-45C8-E555-633F299F1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FD150-AB9E-B682-7B2C-CE7233E08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1B171-96DA-A65D-A1FF-FAABDF9B4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B14A1-4F23-5740-4922-EBD72FD4C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EC46B-84D7-42E1-9521-DB0AAC8FD18B}" type="datetimeFigureOut">
              <a:rPr lang="en-NG" smtClean="0"/>
              <a:t>11/08/2026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54218-86A5-4D77-B891-A66C948A6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C7432A-0ECE-7E6C-D565-32B3980DB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6C5B5-73F5-4581-8C85-E7095A36A2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00290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4EE8F-7CBE-3C05-EF7D-A99582848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12DD5-43E3-72F6-4A1C-3DE21982F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7B89A-457C-A10E-BABC-781905C4F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09CCDB-CC79-7981-30D7-23D942E9CE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4939F8-8DA4-9D06-72A5-FCA3D6BBB0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ADB945-16CB-85C3-C363-75B4F8155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EC46B-84D7-42E1-9521-DB0AAC8FD18B}" type="datetimeFigureOut">
              <a:rPr lang="en-NG" smtClean="0"/>
              <a:t>11/08/2026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B877E-835C-20C4-C482-7D32051E3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35A4A3-1133-BA90-CC55-E552935BE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6C5B5-73F5-4581-8C85-E7095A36A2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04596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7BCFF-8CB7-FC21-2B09-E92AE44DD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85A0A-81CE-32EF-FE1B-5EEC03F56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EC46B-84D7-42E1-9521-DB0AAC8FD18B}" type="datetimeFigureOut">
              <a:rPr lang="en-NG" smtClean="0"/>
              <a:t>11/08/2026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36343B-AF3C-A6CB-CDDB-85060A906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922E0-0310-8620-0E78-AEB743CC0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6C5B5-73F5-4581-8C85-E7095A36A2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3788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671416-E968-9F68-202D-B31F182C0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EC46B-84D7-42E1-9521-DB0AAC8FD18B}" type="datetimeFigureOut">
              <a:rPr lang="en-NG" smtClean="0"/>
              <a:t>11/08/2026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414DB0-C710-5B21-FDC1-443996DD9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4730A-F953-1F4C-21E3-BB5C81C79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6C5B5-73F5-4581-8C85-E7095A36A2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70715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B778B-1F4E-D60A-E6EF-C9C219EC9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29C7E-D587-076C-DBA2-54585E535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1A63C-64EC-323C-0218-AE5BC7D71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29414A-A1C6-DE64-74DB-C4F433D8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EC46B-84D7-42E1-9521-DB0AAC8FD18B}" type="datetimeFigureOut">
              <a:rPr lang="en-NG" smtClean="0"/>
              <a:t>11/08/2026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651F2-39A7-7103-2D52-6DA06E544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D90F1-93B6-E10E-D865-570B2CD7E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6C5B5-73F5-4581-8C85-E7095A36A2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37775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90084-3C02-DFEE-D502-8E086798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0B7270-2568-EFB7-628F-E30C8757AC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9E0B14-90D4-2FB1-E5BF-71B628B7C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9CFFC-484A-AE65-48DD-E2A9E1ADF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EC46B-84D7-42E1-9521-DB0AAC8FD18B}" type="datetimeFigureOut">
              <a:rPr lang="en-NG" smtClean="0"/>
              <a:t>11/08/2026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C6175-3482-13F9-2DC4-13CF41634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D1E16-7233-3B30-5029-EA7E4BDBD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6C5B5-73F5-4581-8C85-E7095A36A2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5634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99684-DF0F-B004-1F14-8B740DAB8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345D92-386C-530E-08C1-231786305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AA895-D8D0-3A6B-5571-A750288CD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EC46B-84D7-42E1-9521-DB0AAC8FD18B}" type="datetimeFigureOut">
              <a:rPr lang="en-NG" smtClean="0"/>
              <a:t>11/08/2026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23955-B184-4201-7B9E-01852FC36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64980-B9C6-2B6A-5186-3363B576C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6C5B5-73F5-4581-8C85-E7095A36A2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21733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4A6445-41EA-4E65-BB44-139415DA4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98144-A13C-D644-526F-4535E2E8D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B089C-4C0F-C059-9CC4-862B0C1EE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EC46B-84D7-42E1-9521-DB0AAC8FD18B}" type="datetimeFigureOut">
              <a:rPr lang="en-NG" smtClean="0"/>
              <a:t>11/08/2026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84348-313F-F120-F570-103B441FD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281FB-FDC4-D3E0-9797-298654395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6C5B5-73F5-4581-8C85-E7095A36A2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8164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B33088-F8DE-882C-F352-56BD7F9D6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9E2DC-2763-C43A-2E91-D3B0287B1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D5713-6671-7A23-D888-39EA114E7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EC46B-84D7-42E1-9521-DB0AAC8FD18B}" type="datetimeFigureOut">
              <a:rPr lang="en-NG" smtClean="0"/>
              <a:t>11/08/2026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00104-2065-3F9B-2D5C-4DBD1806A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681AD-DD15-264B-8439-6D276EF8D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6C5B5-73F5-4581-8C85-E7095A36A22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6106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65B1C5-E8AA-B8E5-9284-804CDD983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093" y="2106018"/>
            <a:ext cx="4698147" cy="498420"/>
          </a:xfrm>
        </p:spPr>
        <p:txBody>
          <a:bodyPr/>
          <a:lstStyle/>
          <a:p>
            <a:r>
              <a:rPr lang="en-US" b="1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ABC COMMUNICATIONS LTD</a:t>
            </a:r>
            <a:endParaRPr lang="en-NG" b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04871E7-7679-45B5-C243-E168F7D2F71E}"/>
              </a:ext>
            </a:extLst>
          </p:cNvPr>
          <p:cNvSpPr txBox="1">
            <a:spLocks/>
          </p:cNvSpPr>
          <p:nvPr/>
        </p:nvSpPr>
        <p:spPr>
          <a:xfrm>
            <a:off x="781879" y="2957084"/>
            <a:ext cx="7494356" cy="4984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i="1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Understanding Customer Churn Pattern and retention opportunities </a:t>
            </a:r>
            <a:endParaRPr lang="en-NG" sz="2000" i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C0B519-28FA-CFDB-B2C7-324D417F4CEF}"/>
              </a:ext>
            </a:extLst>
          </p:cNvPr>
          <p:cNvCxnSpPr/>
          <p:nvPr/>
        </p:nvCxnSpPr>
        <p:spPr>
          <a:xfrm>
            <a:off x="906240" y="3455504"/>
            <a:ext cx="42065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F011F344-AEB2-2476-FD07-C68D6EA7DC87}"/>
              </a:ext>
            </a:extLst>
          </p:cNvPr>
          <p:cNvSpPr txBox="1">
            <a:spLocks/>
          </p:cNvSpPr>
          <p:nvPr/>
        </p:nvSpPr>
        <p:spPr>
          <a:xfrm>
            <a:off x="906240" y="3953924"/>
            <a:ext cx="9144000" cy="12048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Chidinma Onyemachi </a:t>
            </a:r>
          </a:p>
          <a:p>
            <a:pPr algn="l"/>
            <a:r>
              <a:rPr lang="en-US" sz="20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11/8/2026</a:t>
            </a:r>
          </a:p>
          <a:p>
            <a:pPr algn="l"/>
            <a:r>
              <a:rPr lang="en-US" sz="20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</a:t>
            </a:r>
            <a:r>
              <a:rPr lang="en-US" sz="2000" dirty="0" err="1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20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Business Performance Analysis</a:t>
            </a:r>
          </a:p>
          <a:p>
            <a:pPr algn="l"/>
            <a:r>
              <a:rPr lang="en-NG" sz="2000" b="1" dirty="0" err="1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Analystlab</a:t>
            </a:r>
            <a:r>
              <a:rPr lang="en-NG" sz="2000" b="1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Africa</a:t>
            </a:r>
          </a:p>
        </p:txBody>
      </p:sp>
    </p:spTree>
    <p:extLst>
      <p:ext uri="{BB962C8B-B14F-4D97-AF65-F5344CB8AC3E}">
        <p14:creationId xmlns:p14="http://schemas.microsoft.com/office/powerpoint/2010/main" val="256860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3B28D-553A-1086-085B-89A1245AF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4407E7-0C6E-FBC7-5AD8-60ED58676F6B}"/>
              </a:ext>
            </a:extLst>
          </p:cNvPr>
          <p:cNvSpPr/>
          <p:nvPr/>
        </p:nvSpPr>
        <p:spPr>
          <a:xfrm>
            <a:off x="1053755" y="1693067"/>
            <a:ext cx="3243942" cy="4440337"/>
          </a:xfrm>
          <a:prstGeom prst="rect">
            <a:avLst/>
          </a:prstGeom>
          <a:solidFill>
            <a:srgbClr val="EAF4F4">
              <a:alpha val="40000"/>
            </a:srgbClr>
          </a:solidFill>
          <a:ln w="158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>
              <a:solidFill>
                <a:srgbClr val="477BAB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EE61FE-ABDD-8408-65E3-ECEBE3F7D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537" y="1200786"/>
            <a:ext cx="4698147" cy="498420"/>
          </a:xfrm>
        </p:spPr>
        <p:txBody>
          <a:bodyPr/>
          <a:lstStyle/>
          <a:p>
            <a:r>
              <a:rPr lang="en-US" b="1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BUSINESS PROBLEM</a:t>
            </a:r>
            <a:endParaRPr lang="en-NG" b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A0C6BA9-D6AD-9D41-4A3C-453610943D24}"/>
              </a:ext>
            </a:extLst>
          </p:cNvPr>
          <p:cNvSpPr txBox="1">
            <a:spLocks/>
          </p:cNvSpPr>
          <p:nvPr/>
        </p:nvSpPr>
        <p:spPr>
          <a:xfrm>
            <a:off x="1331339" y="1904643"/>
            <a:ext cx="2906541" cy="4017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Churn</a:t>
            </a:r>
            <a:r>
              <a:rPr lang="en-US" sz="20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algn="l"/>
            <a:endParaRPr lang="en-US" sz="2000" b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0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0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Churn is when a customer ends their relationship with the company therefore cancelling their services and moving to a competitor or leaving the category entirely</a:t>
            </a:r>
            <a:endParaRPr lang="en-NG" sz="20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DFCA5D38-2776-23C0-409A-057AAE79B2A9}"/>
              </a:ext>
            </a:extLst>
          </p:cNvPr>
          <p:cNvSpPr txBox="1">
            <a:spLocks/>
          </p:cNvSpPr>
          <p:nvPr/>
        </p:nvSpPr>
        <p:spPr>
          <a:xfrm>
            <a:off x="145774" y="138070"/>
            <a:ext cx="2882599" cy="286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Context</a:t>
            </a:r>
            <a:endParaRPr lang="en-NG" sz="1600" b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2C67AE-22D5-AAFE-5EF1-46AE3D658AC3}"/>
              </a:ext>
            </a:extLst>
          </p:cNvPr>
          <p:cNvSpPr/>
          <p:nvPr/>
        </p:nvSpPr>
        <p:spPr>
          <a:xfrm>
            <a:off x="4915915" y="1699203"/>
            <a:ext cx="3106802" cy="4440337"/>
          </a:xfrm>
          <a:prstGeom prst="rect">
            <a:avLst/>
          </a:prstGeom>
          <a:solidFill>
            <a:srgbClr val="EAF4F4">
              <a:alpha val="40000"/>
            </a:srgbClr>
          </a:solidFill>
          <a:ln w="158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>
              <a:solidFill>
                <a:srgbClr val="477BAB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0C695E-F8FE-E154-BD3E-19E490482C04}"/>
              </a:ext>
            </a:extLst>
          </p:cNvPr>
          <p:cNvSpPr/>
          <p:nvPr/>
        </p:nvSpPr>
        <p:spPr>
          <a:xfrm>
            <a:off x="8649660" y="1699204"/>
            <a:ext cx="3106803" cy="4440337"/>
          </a:xfrm>
          <a:prstGeom prst="rect">
            <a:avLst/>
          </a:prstGeom>
          <a:solidFill>
            <a:srgbClr val="EAF4F4">
              <a:alpha val="40000"/>
            </a:srgbClr>
          </a:solidFill>
          <a:ln w="158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>
              <a:solidFill>
                <a:srgbClr val="477BAB"/>
              </a:solidFill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2FFB83C-5949-1507-D785-80606DA00C3B}"/>
              </a:ext>
            </a:extLst>
          </p:cNvPr>
          <p:cNvSpPr txBox="1">
            <a:spLocks/>
          </p:cNvSpPr>
          <p:nvPr/>
        </p:nvSpPr>
        <p:spPr>
          <a:xfrm>
            <a:off x="5133684" y="1904643"/>
            <a:ext cx="2906541" cy="42287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it matters</a:t>
            </a:r>
          </a:p>
          <a:p>
            <a:pPr algn="l"/>
            <a:endParaRPr lang="en-US" sz="2000" b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0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0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Retaining an existing customer is far cheaper than acquiring a new one. Even small reductions in churn can meaningfully protect recurring revenue.</a:t>
            </a:r>
            <a:endParaRPr lang="en-NG" sz="20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30957FEA-6043-F89A-85FB-06A29C391607}"/>
              </a:ext>
            </a:extLst>
          </p:cNvPr>
          <p:cNvSpPr txBox="1">
            <a:spLocks/>
          </p:cNvSpPr>
          <p:nvPr/>
        </p:nvSpPr>
        <p:spPr>
          <a:xfrm>
            <a:off x="8849922" y="1798854"/>
            <a:ext cx="2906541" cy="42287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this analysis investigates</a:t>
            </a:r>
          </a:p>
          <a:p>
            <a:pPr algn="l"/>
            <a:endParaRPr lang="en-US" sz="2000" b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0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0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customer segments and behaviors are most associated with churn, so the business can target retention efforts where they matter most.</a:t>
            </a:r>
            <a:endParaRPr lang="en-NG" sz="20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034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979EC-F72C-300C-44B2-6658E7F03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A1CD72E-A6D3-5DC3-4C6E-B332AB1F5F20}"/>
              </a:ext>
            </a:extLst>
          </p:cNvPr>
          <p:cNvSpPr/>
          <p:nvPr/>
        </p:nvSpPr>
        <p:spPr>
          <a:xfrm>
            <a:off x="250357" y="1058568"/>
            <a:ext cx="2170587" cy="774050"/>
          </a:xfrm>
          <a:prstGeom prst="rect">
            <a:avLst/>
          </a:prstGeom>
          <a:solidFill>
            <a:srgbClr val="EAF4F4">
              <a:alpha val="40000"/>
            </a:srgbClr>
          </a:solidFill>
          <a:ln w="158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>
              <a:solidFill>
                <a:srgbClr val="477BAB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035BE-95FB-F120-4D8A-617EA6444B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768" y="560148"/>
            <a:ext cx="4698147" cy="498420"/>
          </a:xfrm>
        </p:spPr>
        <p:txBody>
          <a:bodyPr/>
          <a:lstStyle/>
          <a:p>
            <a:r>
              <a:rPr lang="en-US" b="1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&amp; Methodology</a:t>
            </a:r>
            <a:endParaRPr lang="en-NG" b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20E7FAD-7E64-654C-1E50-3C852A20CEF5}"/>
              </a:ext>
            </a:extLst>
          </p:cNvPr>
          <p:cNvSpPr txBox="1">
            <a:spLocks/>
          </p:cNvSpPr>
          <p:nvPr/>
        </p:nvSpPr>
        <p:spPr>
          <a:xfrm>
            <a:off x="145774" y="138070"/>
            <a:ext cx="2882599" cy="286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</a:t>
            </a:r>
            <a:endParaRPr lang="en-NG" sz="1600" b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72377237-2092-5661-DD9A-8278BBEC8E6A}"/>
              </a:ext>
            </a:extLst>
          </p:cNvPr>
          <p:cNvSpPr txBox="1">
            <a:spLocks/>
          </p:cNvSpPr>
          <p:nvPr/>
        </p:nvSpPr>
        <p:spPr>
          <a:xfrm>
            <a:off x="693432" y="1194646"/>
            <a:ext cx="1397745" cy="774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endParaRPr lang="en-NG" sz="20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E9400C-958D-1900-93F0-137E84911D64}"/>
              </a:ext>
            </a:extLst>
          </p:cNvPr>
          <p:cNvSpPr/>
          <p:nvPr/>
        </p:nvSpPr>
        <p:spPr>
          <a:xfrm>
            <a:off x="2566841" y="1038674"/>
            <a:ext cx="2170587" cy="774050"/>
          </a:xfrm>
          <a:prstGeom prst="rect">
            <a:avLst/>
          </a:prstGeom>
          <a:solidFill>
            <a:srgbClr val="EAF4F4">
              <a:alpha val="40000"/>
            </a:srgbClr>
          </a:solidFill>
          <a:ln w="158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>
              <a:solidFill>
                <a:srgbClr val="477BAB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373432-41CA-5CDF-955A-B5B7D87B30D6}"/>
              </a:ext>
            </a:extLst>
          </p:cNvPr>
          <p:cNvSpPr/>
          <p:nvPr/>
        </p:nvSpPr>
        <p:spPr>
          <a:xfrm>
            <a:off x="9766623" y="1058568"/>
            <a:ext cx="2170587" cy="774050"/>
          </a:xfrm>
          <a:prstGeom prst="rect">
            <a:avLst/>
          </a:prstGeom>
          <a:solidFill>
            <a:srgbClr val="0070C0">
              <a:alpha val="40000"/>
            </a:srgbClr>
          </a:solidFill>
          <a:ln w="158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>
              <a:solidFill>
                <a:srgbClr val="477BAB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3AE7FE-06CB-F6E9-FA81-C8DF47D680A8}"/>
              </a:ext>
            </a:extLst>
          </p:cNvPr>
          <p:cNvSpPr/>
          <p:nvPr/>
        </p:nvSpPr>
        <p:spPr>
          <a:xfrm>
            <a:off x="7350023" y="1038674"/>
            <a:ext cx="2170587" cy="774050"/>
          </a:xfrm>
          <a:prstGeom prst="rect">
            <a:avLst/>
          </a:prstGeom>
          <a:solidFill>
            <a:srgbClr val="EAF4F4">
              <a:alpha val="40000"/>
            </a:srgbClr>
          </a:solidFill>
          <a:ln w="158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>
              <a:solidFill>
                <a:srgbClr val="477BAB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3E8679-F799-E7A2-D6B4-AC83476FF302}"/>
              </a:ext>
            </a:extLst>
          </p:cNvPr>
          <p:cNvSpPr/>
          <p:nvPr/>
        </p:nvSpPr>
        <p:spPr>
          <a:xfrm>
            <a:off x="4933423" y="1038674"/>
            <a:ext cx="2170587" cy="774050"/>
          </a:xfrm>
          <a:prstGeom prst="rect">
            <a:avLst/>
          </a:prstGeom>
          <a:solidFill>
            <a:srgbClr val="EAF4F4">
              <a:alpha val="40000"/>
            </a:srgbClr>
          </a:solidFill>
          <a:ln w="158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>
              <a:solidFill>
                <a:srgbClr val="477BAB"/>
              </a:solidFill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F2F5C40E-3A6D-5AEB-55A4-B6735FDB9A61}"/>
              </a:ext>
            </a:extLst>
          </p:cNvPr>
          <p:cNvSpPr txBox="1">
            <a:spLocks/>
          </p:cNvSpPr>
          <p:nvPr/>
        </p:nvSpPr>
        <p:spPr>
          <a:xfrm>
            <a:off x="3021708" y="1194646"/>
            <a:ext cx="1397745" cy="774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Cleaning</a:t>
            </a:r>
            <a:endParaRPr lang="en-NG" sz="20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AA8EFABD-865D-A4CF-1ACB-026A74844AF4}"/>
              </a:ext>
            </a:extLst>
          </p:cNvPr>
          <p:cNvSpPr txBox="1">
            <a:spLocks/>
          </p:cNvSpPr>
          <p:nvPr/>
        </p:nvSpPr>
        <p:spPr>
          <a:xfrm>
            <a:off x="5253406" y="1194646"/>
            <a:ext cx="1397745" cy="774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en-NG" sz="20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6D8B9080-EB7E-27E2-B0BD-052D569DE0C8}"/>
              </a:ext>
            </a:extLst>
          </p:cNvPr>
          <p:cNvSpPr txBox="1">
            <a:spLocks/>
          </p:cNvSpPr>
          <p:nvPr/>
        </p:nvSpPr>
        <p:spPr>
          <a:xfrm>
            <a:off x="7736443" y="1226974"/>
            <a:ext cx="1603500" cy="774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lang="en-NG" sz="20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231512DE-A835-8939-3FBA-5FE0426810A1}"/>
              </a:ext>
            </a:extLst>
          </p:cNvPr>
          <p:cNvSpPr txBox="1">
            <a:spLocks/>
          </p:cNvSpPr>
          <p:nvPr/>
        </p:nvSpPr>
        <p:spPr>
          <a:xfrm>
            <a:off x="10203061" y="1176489"/>
            <a:ext cx="1397745" cy="4984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rgbClr val="EAF4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  <a:endParaRPr lang="en-NG" sz="2000" dirty="0">
              <a:solidFill>
                <a:srgbClr val="EAF4F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AF411178-0498-BAB2-C52F-C5F514ACDE45}"/>
              </a:ext>
            </a:extLst>
          </p:cNvPr>
          <p:cNvSpPr/>
          <p:nvPr/>
        </p:nvSpPr>
        <p:spPr>
          <a:xfrm>
            <a:off x="342954" y="2131230"/>
            <a:ext cx="139774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77BA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Dataset</a:t>
            </a:r>
            <a:endParaRPr lang="en-US" sz="24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F85A2488-CD35-4092-C270-B5D896795739}"/>
              </a:ext>
            </a:extLst>
          </p:cNvPr>
          <p:cNvSpPr/>
          <p:nvPr/>
        </p:nvSpPr>
        <p:spPr>
          <a:xfrm>
            <a:off x="342953" y="2451270"/>
            <a:ext cx="3326221" cy="1059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477BA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One row per customer, combining account, service, and billing attributes.</a:t>
            </a:r>
            <a:endParaRPr lang="en-US" sz="20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C4B7D137-02DE-1C2B-21D0-D8BACE291122}"/>
              </a:ext>
            </a:extLst>
          </p:cNvPr>
          <p:cNvSpPr/>
          <p:nvPr/>
        </p:nvSpPr>
        <p:spPr>
          <a:xfrm>
            <a:off x="324998" y="4463560"/>
            <a:ext cx="3326220" cy="120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477BA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Summarized churn and tenure across contract type, payment method, and gender segments.</a:t>
            </a:r>
            <a:endParaRPr lang="en-US" sz="20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C695E77B-4510-CC42-CD85-28CEACFCE1C1}"/>
              </a:ext>
            </a:extLst>
          </p:cNvPr>
          <p:cNvSpPr/>
          <p:nvPr/>
        </p:nvSpPr>
        <p:spPr>
          <a:xfrm>
            <a:off x="342953" y="3809180"/>
            <a:ext cx="1971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77BA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Pivot Table </a:t>
            </a:r>
            <a:endParaRPr lang="en-US" sz="24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EC1BFD4B-15FE-5257-6D34-B31076FE13A8}"/>
              </a:ext>
            </a:extLst>
          </p:cNvPr>
          <p:cNvSpPr/>
          <p:nvPr/>
        </p:nvSpPr>
        <p:spPr>
          <a:xfrm>
            <a:off x="5545206" y="2131230"/>
            <a:ext cx="54864" cy="4149012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805F97A6-64F1-8103-1EDF-F27494C6AF07}"/>
              </a:ext>
            </a:extLst>
          </p:cNvPr>
          <p:cNvSpPr/>
          <p:nvPr/>
        </p:nvSpPr>
        <p:spPr>
          <a:xfrm>
            <a:off x="5916718" y="218932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77BA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Correlation analysis</a:t>
            </a:r>
            <a:endParaRPr lang="en-US" sz="24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E164B02B-9FDC-B9CB-D4C8-CD64D0E087DF}"/>
              </a:ext>
            </a:extLst>
          </p:cNvPr>
          <p:cNvSpPr/>
          <p:nvPr/>
        </p:nvSpPr>
        <p:spPr>
          <a:xfrm>
            <a:off x="5952278" y="2732128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477BA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Measured relationships between tenure, senior-citizen status, and service adoption.</a:t>
            </a:r>
            <a:endParaRPr lang="en-US" sz="20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1291CC57-3E9C-A862-0737-1AED66963D4D}"/>
              </a:ext>
            </a:extLst>
          </p:cNvPr>
          <p:cNvSpPr/>
          <p:nvPr/>
        </p:nvSpPr>
        <p:spPr>
          <a:xfrm>
            <a:off x="5952278" y="409991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77BA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Derived ServiceCount</a:t>
            </a:r>
            <a:endParaRPr lang="en-US" sz="20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24">
            <a:extLst>
              <a:ext uri="{FF2B5EF4-FFF2-40B4-BE49-F238E27FC236}">
                <a16:creationId xmlns:a16="http://schemas.microsoft.com/office/drawing/2014/main" id="{A869F66D-E40F-13A9-7CAF-F6F8E86D2242}"/>
              </a:ext>
            </a:extLst>
          </p:cNvPr>
          <p:cNvSpPr/>
          <p:nvPr/>
        </p:nvSpPr>
        <p:spPr>
          <a:xfrm>
            <a:off x="5887644" y="4736188"/>
            <a:ext cx="3452299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477BA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Added a column summing the number of add-on services each customer subscribes to.</a:t>
            </a:r>
            <a:endParaRPr lang="en-US" sz="20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492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F18AE1-F2E2-6B8E-745F-381BDF0D3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3B93B3-6C13-58F5-286A-8D6400190E05}"/>
              </a:ext>
            </a:extLst>
          </p:cNvPr>
          <p:cNvSpPr/>
          <p:nvPr/>
        </p:nvSpPr>
        <p:spPr>
          <a:xfrm>
            <a:off x="851121" y="1968696"/>
            <a:ext cx="2170587" cy="2371810"/>
          </a:xfrm>
          <a:prstGeom prst="rect">
            <a:avLst/>
          </a:prstGeom>
          <a:solidFill>
            <a:srgbClr val="EAF4F4">
              <a:alpha val="40000"/>
            </a:srgbClr>
          </a:solidFill>
          <a:ln w="158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>
              <a:solidFill>
                <a:srgbClr val="477BAB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A17FB-CBEB-5A90-F4C9-0383C3397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4137" y="591080"/>
            <a:ext cx="4698147" cy="498420"/>
          </a:xfrm>
        </p:spPr>
        <p:txBody>
          <a:bodyPr/>
          <a:lstStyle/>
          <a:p>
            <a:r>
              <a:rPr lang="en-US" b="1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Overview</a:t>
            </a:r>
            <a:endParaRPr lang="en-NG" b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8D7B7621-27F8-44D8-F920-B1AF14368DEA}"/>
              </a:ext>
            </a:extLst>
          </p:cNvPr>
          <p:cNvSpPr txBox="1">
            <a:spLocks/>
          </p:cNvSpPr>
          <p:nvPr/>
        </p:nvSpPr>
        <p:spPr>
          <a:xfrm>
            <a:off x="145774" y="138070"/>
            <a:ext cx="2882599" cy="286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Base</a:t>
            </a:r>
            <a:endParaRPr lang="en-NG" sz="1600" b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4A18A717-C245-ABB6-8395-9A2318827744}"/>
              </a:ext>
            </a:extLst>
          </p:cNvPr>
          <p:cNvSpPr txBox="1">
            <a:spLocks/>
          </p:cNvSpPr>
          <p:nvPr/>
        </p:nvSpPr>
        <p:spPr>
          <a:xfrm>
            <a:off x="1070513" y="3660054"/>
            <a:ext cx="1731802" cy="3910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Customers</a:t>
            </a:r>
            <a:endParaRPr lang="en-NG" sz="16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80E5E9-4009-24C8-4F42-160E85A45390}"/>
              </a:ext>
            </a:extLst>
          </p:cNvPr>
          <p:cNvSpPr/>
          <p:nvPr/>
        </p:nvSpPr>
        <p:spPr>
          <a:xfrm>
            <a:off x="3370264" y="1968696"/>
            <a:ext cx="2170587" cy="2371810"/>
          </a:xfrm>
          <a:prstGeom prst="rect">
            <a:avLst/>
          </a:prstGeom>
          <a:solidFill>
            <a:srgbClr val="EAF4F4">
              <a:alpha val="40000"/>
            </a:srgbClr>
          </a:solidFill>
          <a:ln w="158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>
              <a:solidFill>
                <a:srgbClr val="477BAB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0253B0-E0AB-78E8-F0BF-1F2566A8378C}"/>
              </a:ext>
            </a:extLst>
          </p:cNvPr>
          <p:cNvSpPr/>
          <p:nvPr/>
        </p:nvSpPr>
        <p:spPr>
          <a:xfrm>
            <a:off x="5889407" y="1968696"/>
            <a:ext cx="2170587" cy="2371810"/>
          </a:xfrm>
          <a:prstGeom prst="rect">
            <a:avLst/>
          </a:prstGeom>
          <a:solidFill>
            <a:srgbClr val="EAF4F4">
              <a:alpha val="40000"/>
            </a:srgbClr>
          </a:solidFill>
          <a:ln w="158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>
              <a:solidFill>
                <a:srgbClr val="477BAB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B7BD33-0235-AB7E-7E2B-E24A8372D815}"/>
              </a:ext>
            </a:extLst>
          </p:cNvPr>
          <p:cNvSpPr/>
          <p:nvPr/>
        </p:nvSpPr>
        <p:spPr>
          <a:xfrm>
            <a:off x="8538193" y="2001024"/>
            <a:ext cx="2170587" cy="2371810"/>
          </a:xfrm>
          <a:prstGeom prst="rect">
            <a:avLst/>
          </a:prstGeom>
          <a:solidFill>
            <a:srgbClr val="EAF4F4">
              <a:alpha val="40000"/>
            </a:srgbClr>
          </a:solidFill>
          <a:ln w="158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>
              <a:solidFill>
                <a:srgbClr val="477BAB"/>
              </a:solidFill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F289DD-FE05-427D-CF93-EE1300622E44}"/>
              </a:ext>
            </a:extLst>
          </p:cNvPr>
          <p:cNvSpPr txBox="1">
            <a:spLocks/>
          </p:cNvSpPr>
          <p:nvPr/>
        </p:nvSpPr>
        <p:spPr>
          <a:xfrm>
            <a:off x="3632870" y="3687880"/>
            <a:ext cx="1731802" cy="3910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Churn</a:t>
            </a:r>
            <a:endParaRPr lang="en-NG" sz="16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988A82E0-5AB4-CDF3-6188-0C280535ECE9}"/>
              </a:ext>
            </a:extLst>
          </p:cNvPr>
          <p:cNvSpPr txBox="1">
            <a:spLocks/>
          </p:cNvSpPr>
          <p:nvPr/>
        </p:nvSpPr>
        <p:spPr>
          <a:xfrm>
            <a:off x="6195227" y="3715706"/>
            <a:ext cx="1731802" cy="3910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Churn Rate</a:t>
            </a:r>
            <a:endParaRPr lang="en-NG" sz="16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2EE6F25E-3EF3-1741-9463-C561A7F4FD80}"/>
              </a:ext>
            </a:extLst>
          </p:cNvPr>
          <p:cNvSpPr txBox="1">
            <a:spLocks/>
          </p:cNvSpPr>
          <p:nvPr/>
        </p:nvSpPr>
        <p:spPr>
          <a:xfrm>
            <a:off x="8757585" y="3743531"/>
            <a:ext cx="1731802" cy="3910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at Risk</a:t>
            </a:r>
            <a:endParaRPr lang="en-NG" sz="16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7EF74842-8B37-949A-2806-78D4BF3171DC}"/>
              </a:ext>
            </a:extLst>
          </p:cNvPr>
          <p:cNvSpPr txBox="1">
            <a:spLocks/>
          </p:cNvSpPr>
          <p:nvPr/>
        </p:nvSpPr>
        <p:spPr>
          <a:xfrm>
            <a:off x="1483220" y="2763515"/>
            <a:ext cx="704395" cy="3910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7,043</a:t>
            </a:r>
            <a:endParaRPr lang="en-NG" sz="16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1E4D3414-881D-CA2E-5D87-B0BB5D15D887}"/>
              </a:ext>
            </a:extLst>
          </p:cNvPr>
          <p:cNvSpPr txBox="1">
            <a:spLocks/>
          </p:cNvSpPr>
          <p:nvPr/>
        </p:nvSpPr>
        <p:spPr>
          <a:xfrm>
            <a:off x="3981616" y="2703891"/>
            <a:ext cx="704395" cy="3910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1869</a:t>
            </a:r>
            <a:endParaRPr lang="en-NG" sz="16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6EB3C548-D28F-85EE-0D3E-67747DB2D9F4}"/>
              </a:ext>
            </a:extLst>
          </p:cNvPr>
          <p:cNvSpPr txBox="1">
            <a:spLocks/>
          </p:cNvSpPr>
          <p:nvPr/>
        </p:nvSpPr>
        <p:spPr>
          <a:xfrm>
            <a:off x="6480012" y="2723766"/>
            <a:ext cx="889468" cy="3910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26.54%</a:t>
            </a:r>
            <a:endParaRPr lang="en-NG" sz="16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ubtitle 2">
            <a:extLst>
              <a:ext uri="{FF2B5EF4-FFF2-40B4-BE49-F238E27FC236}">
                <a16:creationId xmlns:a16="http://schemas.microsoft.com/office/drawing/2014/main" id="{EAFF67CA-2C6F-EE2A-2643-DFC34AA1285F}"/>
              </a:ext>
            </a:extLst>
          </p:cNvPr>
          <p:cNvSpPr txBox="1">
            <a:spLocks/>
          </p:cNvSpPr>
          <p:nvPr/>
        </p:nvSpPr>
        <p:spPr>
          <a:xfrm>
            <a:off x="9163480" y="2743641"/>
            <a:ext cx="1182594" cy="3910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$139,131</a:t>
            </a:r>
            <a:endParaRPr lang="en-NG" sz="16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630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C5B1CD-2002-24AA-F90E-4E211EFD1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407CAF-FB7D-4E7B-0AF3-4A8CF3A9B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704" y="624597"/>
            <a:ext cx="4698147" cy="498420"/>
          </a:xfrm>
        </p:spPr>
        <p:txBody>
          <a:bodyPr/>
          <a:lstStyle/>
          <a:p>
            <a:r>
              <a:rPr lang="en-US" b="1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Churn Count by Contract Type</a:t>
            </a:r>
            <a:endParaRPr lang="en-NG" b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AC7F412-4201-7947-5A61-369670C40799}"/>
              </a:ext>
            </a:extLst>
          </p:cNvPr>
          <p:cNvSpPr txBox="1">
            <a:spLocks/>
          </p:cNvSpPr>
          <p:nvPr/>
        </p:nvSpPr>
        <p:spPr>
          <a:xfrm>
            <a:off x="145774" y="138070"/>
            <a:ext cx="2882599" cy="286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Driver</a:t>
            </a:r>
            <a:endParaRPr lang="en-NG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420C453-57CB-4EB9-87B4-626D1FD4F6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8080343"/>
              </p:ext>
            </p:extLst>
          </p:nvPr>
        </p:nvGraphicFramePr>
        <p:xfrm>
          <a:off x="981065" y="1546134"/>
          <a:ext cx="5558631" cy="39171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3">
            <a:extLst>
              <a:ext uri="{FF2B5EF4-FFF2-40B4-BE49-F238E27FC236}">
                <a16:creationId xmlns:a16="http://schemas.microsoft.com/office/drawing/2014/main" id="{D081E687-78CF-B8F7-0B2F-85568B85D781}"/>
              </a:ext>
            </a:extLst>
          </p:cNvPr>
          <p:cNvSpPr/>
          <p:nvPr/>
        </p:nvSpPr>
        <p:spPr>
          <a:xfrm>
            <a:off x="6995160" y="1531331"/>
            <a:ext cx="4251960" cy="3931920"/>
          </a:xfrm>
          <a:prstGeom prst="roundRect">
            <a:avLst>
              <a:gd name="adj" fmla="val 2791"/>
            </a:avLst>
          </a:prstGeom>
          <a:solidFill>
            <a:srgbClr val="477BAB"/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031E365-7699-5010-F9E3-1520323DDB39}"/>
              </a:ext>
            </a:extLst>
          </p:cNvPr>
          <p:cNvSpPr/>
          <p:nvPr/>
        </p:nvSpPr>
        <p:spPr>
          <a:xfrm>
            <a:off x="7236349" y="2637183"/>
            <a:ext cx="3520440" cy="2513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Month-to-month customers show substantially higher churn than customers on longer-term contracts.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B9240C67-F2BB-232B-FC5A-08AD0E425E4E}"/>
              </a:ext>
            </a:extLst>
          </p:cNvPr>
          <p:cNvSpPr/>
          <p:nvPr/>
        </p:nvSpPr>
        <p:spPr>
          <a:xfrm>
            <a:off x="7355619" y="1707388"/>
            <a:ext cx="1973912" cy="637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KEY FINDING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055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3FAA23-A123-DA71-3BC5-A0E4CBA69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AF46F30-DDD6-1A42-6721-B0023ED57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117" y="646739"/>
            <a:ext cx="4698147" cy="498420"/>
          </a:xfrm>
        </p:spPr>
        <p:txBody>
          <a:bodyPr>
            <a:normAutofit fontScale="92500"/>
          </a:bodyPr>
          <a:lstStyle/>
          <a:p>
            <a:r>
              <a:rPr lang="en-US" b="1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Churn Status by Monthly Charge</a:t>
            </a:r>
            <a:endParaRPr lang="en-NG" b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4ADF19F-D428-572D-37B9-DB9746ED9766}"/>
              </a:ext>
            </a:extLst>
          </p:cNvPr>
          <p:cNvSpPr txBox="1">
            <a:spLocks/>
          </p:cNvSpPr>
          <p:nvPr/>
        </p:nvSpPr>
        <p:spPr>
          <a:xfrm>
            <a:off x="145774" y="138070"/>
            <a:ext cx="2882599" cy="286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Churn Distribution</a:t>
            </a:r>
            <a:endParaRPr lang="en-NG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80E200DE-7505-201C-FCCF-BF31599E9C26}"/>
              </a:ext>
            </a:extLst>
          </p:cNvPr>
          <p:cNvSpPr/>
          <p:nvPr/>
        </p:nvSpPr>
        <p:spPr>
          <a:xfrm>
            <a:off x="600117" y="1367828"/>
            <a:ext cx="1973912" cy="637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77BA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KEY FINDING</a:t>
            </a:r>
            <a:endParaRPr lang="en-US" sz="17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90542A4-8571-9F11-51F7-490E9BB18D9C}"/>
              </a:ext>
            </a:extLst>
          </p:cNvPr>
          <p:cNvSpPr/>
          <p:nvPr/>
        </p:nvSpPr>
        <p:spPr>
          <a:xfrm>
            <a:off x="600117" y="2005159"/>
            <a:ext cx="3614074" cy="3762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NG" sz="2000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Customers who churned have a slightly higher median monthly charge than retained customers. However, the substantial overlap between the two distributions suggests that monthly charges alone are not a strong predictor of churn</a:t>
            </a:r>
            <a:endParaRPr lang="en-US" sz="20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2" name="Chart 11">
                <a:extLst>
                  <a:ext uri="{FF2B5EF4-FFF2-40B4-BE49-F238E27FC236}">
                    <a16:creationId xmlns:a16="http://schemas.microsoft.com/office/drawing/2014/main" id="{CC72825A-5DE4-4FEA-A47D-CD92C05F855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33929064"/>
                  </p:ext>
                </p:extLst>
              </p:nvPr>
            </p:nvGraphicFramePr>
            <p:xfrm>
              <a:off x="4691270" y="1199395"/>
              <a:ext cx="7156173" cy="501186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12" name="Chart 11">
                <a:extLst>
                  <a:ext uri="{FF2B5EF4-FFF2-40B4-BE49-F238E27FC236}">
                    <a16:creationId xmlns:a16="http://schemas.microsoft.com/office/drawing/2014/main" id="{CC72825A-5DE4-4FEA-A47D-CD92C05F855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91270" y="1199395"/>
                <a:ext cx="7156173" cy="501186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366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CE68B-A5C2-7F5D-C141-28B26D373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5ED4C7-C56B-7B88-F1D3-40C570C56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704" y="624597"/>
            <a:ext cx="4698147" cy="498420"/>
          </a:xfrm>
        </p:spPr>
        <p:txBody>
          <a:bodyPr/>
          <a:lstStyle/>
          <a:p>
            <a:r>
              <a:rPr lang="en-US" b="1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Churn Count by Contract Type</a:t>
            </a:r>
            <a:endParaRPr lang="en-NG" b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DAF2D8B-14FE-F35D-9B90-F7C8CE18F8B9}"/>
              </a:ext>
            </a:extLst>
          </p:cNvPr>
          <p:cNvSpPr txBox="1">
            <a:spLocks/>
          </p:cNvSpPr>
          <p:nvPr/>
        </p:nvSpPr>
        <p:spPr>
          <a:xfrm>
            <a:off x="145774" y="138070"/>
            <a:ext cx="2882599" cy="286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Driver</a:t>
            </a:r>
            <a:endParaRPr lang="en-NG" sz="1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AFADCA99-777E-215B-70F0-0EC5115B430D}"/>
              </a:ext>
            </a:extLst>
          </p:cNvPr>
          <p:cNvSpPr/>
          <p:nvPr/>
        </p:nvSpPr>
        <p:spPr>
          <a:xfrm>
            <a:off x="699130" y="1527560"/>
            <a:ext cx="4251960" cy="3931920"/>
          </a:xfrm>
          <a:prstGeom prst="roundRect">
            <a:avLst>
              <a:gd name="adj" fmla="val 2791"/>
            </a:avLst>
          </a:prstGeom>
          <a:solidFill>
            <a:srgbClr val="477BAB"/>
          </a:solidFill>
          <a:ln/>
        </p:spPr>
        <p:txBody>
          <a:bodyPr/>
          <a:lstStyle/>
          <a:p>
            <a:endParaRPr lang="en-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746BC25-4152-E460-B763-AEE2BBDA3B10}"/>
              </a:ext>
            </a:extLst>
          </p:cNvPr>
          <p:cNvGrpSpPr/>
          <p:nvPr/>
        </p:nvGrpSpPr>
        <p:grpSpPr>
          <a:xfrm>
            <a:off x="6096000" y="1463040"/>
            <a:ext cx="5458115" cy="4015784"/>
            <a:chOff x="0" y="0"/>
            <a:chExt cx="5236665" cy="2876204"/>
          </a:xfrm>
        </p:grpSpPr>
        <p:sp>
          <p:nvSpPr>
            <p:cNvPr id="6" name="TextBox 47">
              <a:extLst>
                <a:ext uri="{FF2B5EF4-FFF2-40B4-BE49-F238E27FC236}">
                  <a16:creationId xmlns:a16="http://schemas.microsoft.com/office/drawing/2014/main" id="{879BD7B3-7F0B-0D1A-ED02-279EA776EDA9}"/>
                </a:ext>
              </a:extLst>
            </p:cNvPr>
            <p:cNvSpPr txBox="1"/>
            <p:nvPr/>
          </p:nvSpPr>
          <p:spPr>
            <a:xfrm>
              <a:off x="1271154" y="34637"/>
              <a:ext cx="1280160" cy="54864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92B3C9D1-1A0B-4A47-8511-3C1EB4833E0E}" type="TxLink">
                <a:rPr lang="en-US" sz="1600" b="0" i="0" u="none" strike="noStrike">
                  <a:solidFill>
                    <a:srgbClr val="000000"/>
                  </a:solidFill>
                  <a:latin typeface="Aptos Narrow"/>
                </a:rPr>
                <a:pPr/>
                <a:t>Tenure</a:t>
              </a:fld>
              <a:endParaRPr lang="en-NG" sz="1600" dirty="0"/>
            </a:p>
          </p:txBody>
        </p:sp>
        <p:sp>
          <p:nvSpPr>
            <p:cNvPr id="7" name="TextBox 48">
              <a:extLst>
                <a:ext uri="{FF2B5EF4-FFF2-40B4-BE49-F238E27FC236}">
                  <a16:creationId xmlns:a16="http://schemas.microsoft.com/office/drawing/2014/main" id="{E274A198-6546-4123-A080-FC397080B96B}"/>
                </a:ext>
              </a:extLst>
            </p:cNvPr>
            <p:cNvSpPr txBox="1"/>
            <p:nvPr/>
          </p:nvSpPr>
          <p:spPr>
            <a:xfrm>
              <a:off x="2584449" y="0"/>
              <a:ext cx="1280160" cy="54864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7DCDF3DD-8633-4391-8594-1A81E1946C6B}" type="TxLink">
                <a:rPr lang="en-US" sz="1600" b="0" i="0" u="none" strike="noStrike">
                  <a:solidFill>
                    <a:srgbClr val="000000"/>
                  </a:solidFill>
                  <a:latin typeface="Aptos Narrow"/>
                </a:rPr>
                <a:pPr/>
                <a:t>Senior Citizen</a:t>
              </a:fld>
              <a:endParaRPr lang="en-NG" sz="1600"/>
            </a:p>
          </p:txBody>
        </p:sp>
        <p:sp>
          <p:nvSpPr>
            <p:cNvPr id="9" name="TextBox 49">
              <a:extLst>
                <a:ext uri="{FF2B5EF4-FFF2-40B4-BE49-F238E27FC236}">
                  <a16:creationId xmlns:a16="http://schemas.microsoft.com/office/drawing/2014/main" id="{8C7AC5C2-B858-433C-BD4B-EFBACF1D9092}"/>
                </a:ext>
              </a:extLst>
            </p:cNvPr>
            <p:cNvSpPr txBox="1"/>
            <p:nvPr/>
          </p:nvSpPr>
          <p:spPr>
            <a:xfrm>
              <a:off x="3897745" y="17318"/>
              <a:ext cx="1280160" cy="54864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185EBD3B-A1AA-449A-8565-EE2536827C5C}" type="TxLink">
                <a:rPr lang="en-US" sz="1600" b="0" i="0" u="none" strike="noStrike">
                  <a:solidFill>
                    <a:srgbClr val="000000"/>
                  </a:solidFill>
                  <a:latin typeface="Aptos Narrow"/>
                </a:rPr>
                <a:pPr/>
                <a:t>Service Count </a:t>
              </a:fld>
              <a:endParaRPr lang="en-NG" sz="1600"/>
            </a:p>
          </p:txBody>
        </p:sp>
        <p:sp>
          <p:nvSpPr>
            <p:cNvPr id="10" name="TextBox 50">
              <a:extLst>
                <a:ext uri="{FF2B5EF4-FFF2-40B4-BE49-F238E27FC236}">
                  <a16:creationId xmlns:a16="http://schemas.microsoft.com/office/drawing/2014/main" id="{724F51C2-3426-4406-9CDB-B152A63BF26F}"/>
                </a:ext>
              </a:extLst>
            </p:cNvPr>
            <p:cNvSpPr txBox="1"/>
            <p:nvPr/>
          </p:nvSpPr>
          <p:spPr>
            <a:xfrm>
              <a:off x="1279702" y="786919"/>
              <a:ext cx="1280160" cy="548640"/>
            </a:xfrm>
            <a:prstGeom prst="rect">
              <a:avLst/>
            </a:prstGeom>
            <a:solidFill>
              <a:srgbClr val="00B4D8"/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67088085-54D2-434F-9660-45861235A35D}" type="TxLink">
                <a:rPr lang="en-US" sz="1600" b="0" i="0" u="none" strike="noStrike">
                  <a:solidFill>
                    <a:srgbClr val="000000"/>
                  </a:solidFill>
                  <a:latin typeface="Aptos Narrow"/>
                </a:rPr>
                <a:pPr/>
                <a:t>1</a:t>
              </a:fld>
              <a:endParaRPr lang="en-NG" sz="1600"/>
            </a:p>
          </p:txBody>
        </p:sp>
        <p:sp>
          <p:nvSpPr>
            <p:cNvPr id="12" name="TextBox 51">
              <a:extLst>
                <a:ext uri="{FF2B5EF4-FFF2-40B4-BE49-F238E27FC236}">
                  <a16:creationId xmlns:a16="http://schemas.microsoft.com/office/drawing/2014/main" id="{F77CF881-4439-40C0-B766-A50BA3082F79}"/>
                </a:ext>
              </a:extLst>
            </p:cNvPr>
            <p:cNvSpPr txBox="1"/>
            <p:nvPr/>
          </p:nvSpPr>
          <p:spPr>
            <a:xfrm>
              <a:off x="1264308" y="1534391"/>
              <a:ext cx="1280160" cy="548640"/>
            </a:xfrm>
            <a:prstGeom prst="rect">
              <a:avLst/>
            </a:prstGeom>
            <a:solidFill>
              <a:srgbClr val="ADE8F4"/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61B665ED-4E1C-4DDD-9F54-EDAE04864F75}" type="TxLink">
                <a:rPr lang="en-US" sz="1600" b="0" i="0" u="none" strike="noStrike">
                  <a:solidFill>
                    <a:srgbClr val="000000"/>
                  </a:solidFill>
                  <a:latin typeface="Aptos Narrow"/>
                </a:rPr>
                <a:pPr/>
                <a:t>-0.02</a:t>
              </a:fld>
              <a:endParaRPr lang="en-NG" sz="1600"/>
            </a:p>
          </p:txBody>
        </p:sp>
        <p:sp>
          <p:nvSpPr>
            <p:cNvPr id="13" name="TextBox 52">
              <a:extLst>
                <a:ext uri="{FF2B5EF4-FFF2-40B4-BE49-F238E27FC236}">
                  <a16:creationId xmlns:a16="http://schemas.microsoft.com/office/drawing/2014/main" id="{C3A941E6-0FE2-4B8C-B248-3234DB5662E7}"/>
                </a:ext>
              </a:extLst>
            </p:cNvPr>
            <p:cNvSpPr txBox="1"/>
            <p:nvPr/>
          </p:nvSpPr>
          <p:spPr>
            <a:xfrm>
              <a:off x="1265504" y="2327564"/>
              <a:ext cx="1280160" cy="548640"/>
            </a:xfrm>
            <a:prstGeom prst="rect">
              <a:avLst/>
            </a:prstGeom>
            <a:solidFill>
              <a:srgbClr val="ADE8F4"/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EA8031E-AB43-4F21-BAD9-7A563E6DFAE7}" type="TxLink">
                <a:rPr lang="en-US" sz="1600" b="0" i="0" u="none" strike="noStrike">
                  <a:solidFill>
                    <a:srgbClr val="000000"/>
                  </a:solidFill>
                  <a:latin typeface="Aptos Narrow"/>
                </a:rPr>
                <a:pPr/>
                <a:t>0.23</a:t>
              </a:fld>
              <a:endParaRPr lang="en-NG" sz="1600"/>
            </a:p>
          </p:txBody>
        </p:sp>
        <p:sp>
          <p:nvSpPr>
            <p:cNvPr id="14" name="TextBox 53">
              <a:extLst>
                <a:ext uri="{FF2B5EF4-FFF2-40B4-BE49-F238E27FC236}">
                  <a16:creationId xmlns:a16="http://schemas.microsoft.com/office/drawing/2014/main" id="{842CA81A-C9D5-43D5-9A8B-4934BEECB707}"/>
                </a:ext>
              </a:extLst>
            </p:cNvPr>
            <p:cNvSpPr txBox="1"/>
            <p:nvPr/>
          </p:nvSpPr>
          <p:spPr>
            <a:xfrm>
              <a:off x="10392" y="817419"/>
              <a:ext cx="1280160" cy="54864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7FC22E52-97F0-4950-AE92-D0D977F1EAB6}" type="TxLink">
                <a:rPr lang="en-US" sz="1600" b="0" i="0" u="none" strike="noStrike">
                  <a:solidFill>
                    <a:srgbClr val="000000"/>
                  </a:solidFill>
                  <a:latin typeface="Aptos Narrow"/>
                </a:rPr>
                <a:pPr/>
                <a:t>Tenure </a:t>
              </a:fld>
              <a:endParaRPr lang="en-NG" sz="1600"/>
            </a:p>
          </p:txBody>
        </p:sp>
        <p:sp>
          <p:nvSpPr>
            <p:cNvPr id="16" name="TextBox 54">
              <a:extLst>
                <a:ext uri="{FF2B5EF4-FFF2-40B4-BE49-F238E27FC236}">
                  <a16:creationId xmlns:a16="http://schemas.microsoft.com/office/drawing/2014/main" id="{46F79E4E-6232-4569-8FAE-7EFD534F90C9}"/>
                </a:ext>
              </a:extLst>
            </p:cNvPr>
            <p:cNvSpPr txBox="1"/>
            <p:nvPr/>
          </p:nvSpPr>
          <p:spPr>
            <a:xfrm>
              <a:off x="0" y="1538625"/>
              <a:ext cx="1280160" cy="54864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F6A14429-3CB0-41D7-BE31-8F9333913406}" type="TxLink">
                <a:rPr lang="en-US" sz="1600" b="0" i="0" u="none" strike="noStrike">
                  <a:solidFill>
                    <a:srgbClr val="000000"/>
                  </a:solidFill>
                  <a:latin typeface="Aptos Narrow"/>
                </a:rPr>
                <a:pPr/>
                <a:t>Senior Citizen</a:t>
              </a:fld>
              <a:endParaRPr lang="en-NG" sz="1600"/>
            </a:p>
          </p:txBody>
        </p:sp>
        <p:sp>
          <p:nvSpPr>
            <p:cNvPr id="17" name="TextBox 55">
              <a:extLst>
                <a:ext uri="{FF2B5EF4-FFF2-40B4-BE49-F238E27FC236}">
                  <a16:creationId xmlns:a16="http://schemas.microsoft.com/office/drawing/2014/main" id="{DAAA7F48-44E0-4C7A-8979-4D269DC35BDF}"/>
                </a:ext>
              </a:extLst>
            </p:cNvPr>
            <p:cNvSpPr txBox="1"/>
            <p:nvPr/>
          </p:nvSpPr>
          <p:spPr>
            <a:xfrm>
              <a:off x="31173" y="2313709"/>
              <a:ext cx="1280160" cy="54864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BA58601-6FE4-4ED1-9D06-6091237EBDC9}" type="TxLink">
                <a:rPr lang="en-US" sz="1600" b="0" i="0" u="none" strike="noStrike">
                  <a:solidFill>
                    <a:srgbClr val="000000"/>
                  </a:solidFill>
                  <a:latin typeface="Aptos Narrow"/>
                </a:rPr>
                <a:pPr/>
                <a:t>ServiceCount</a:t>
              </a:fld>
              <a:endParaRPr lang="en-NG" sz="1600"/>
            </a:p>
          </p:txBody>
        </p:sp>
        <p:sp>
          <p:nvSpPr>
            <p:cNvPr id="18" name="TextBox 56">
              <a:extLst>
                <a:ext uri="{FF2B5EF4-FFF2-40B4-BE49-F238E27FC236}">
                  <a16:creationId xmlns:a16="http://schemas.microsoft.com/office/drawing/2014/main" id="{FF6223D1-B39A-4C7D-9944-8F57F616C456}"/>
                </a:ext>
              </a:extLst>
            </p:cNvPr>
            <p:cNvSpPr txBox="1"/>
            <p:nvPr/>
          </p:nvSpPr>
          <p:spPr>
            <a:xfrm>
              <a:off x="3931106" y="1542859"/>
              <a:ext cx="1280160" cy="548640"/>
            </a:xfrm>
            <a:prstGeom prst="rect">
              <a:avLst/>
            </a:prstGeom>
            <a:solidFill>
              <a:srgbClr val="ADE8F4"/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2A713FE7-CCEA-4501-8A14-8A68B5398851}" type="TxLink">
                <a:rPr lang="en-US" sz="1600" b="0" i="0" u="none" strike="noStrike">
                  <a:solidFill>
                    <a:srgbClr val="000000"/>
                  </a:solidFill>
                  <a:latin typeface="Aptos Narrow"/>
                </a:rPr>
                <a:pPr/>
                <a:t>-0.02</a:t>
              </a:fld>
              <a:endParaRPr lang="en-NG" sz="1600"/>
            </a:p>
          </p:txBody>
        </p:sp>
        <p:sp>
          <p:nvSpPr>
            <p:cNvPr id="19" name="TextBox 57">
              <a:extLst>
                <a:ext uri="{FF2B5EF4-FFF2-40B4-BE49-F238E27FC236}">
                  <a16:creationId xmlns:a16="http://schemas.microsoft.com/office/drawing/2014/main" id="{F1046C45-CA2A-45E0-8F71-EF5B4C951718}"/>
                </a:ext>
              </a:extLst>
            </p:cNvPr>
            <p:cNvSpPr txBox="1"/>
            <p:nvPr/>
          </p:nvSpPr>
          <p:spPr>
            <a:xfrm>
              <a:off x="2610428" y="773546"/>
              <a:ext cx="1280160" cy="548640"/>
            </a:xfrm>
            <a:prstGeom prst="rect">
              <a:avLst/>
            </a:prstGeom>
            <a:solidFill>
              <a:srgbClr val="ADE8F4"/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15801EC5-F710-4691-B870-0A77B1E39F51}" type="TxLink">
                <a:rPr lang="en-US" sz="1600" b="0" i="0" u="none" strike="noStrike">
                  <a:solidFill>
                    <a:srgbClr val="000000"/>
                  </a:solidFill>
                  <a:latin typeface="Aptos Narrow"/>
                </a:rPr>
                <a:pPr/>
                <a:t>-0.02</a:t>
              </a:fld>
              <a:endParaRPr lang="en-NG" sz="1600"/>
            </a:p>
          </p:txBody>
        </p:sp>
        <p:sp>
          <p:nvSpPr>
            <p:cNvPr id="20" name="TextBox 58">
              <a:extLst>
                <a:ext uri="{FF2B5EF4-FFF2-40B4-BE49-F238E27FC236}">
                  <a16:creationId xmlns:a16="http://schemas.microsoft.com/office/drawing/2014/main" id="{EDDB1CF1-F103-478B-8625-023AA6849F7D}"/>
                </a:ext>
              </a:extLst>
            </p:cNvPr>
            <p:cNvSpPr txBox="1"/>
            <p:nvPr/>
          </p:nvSpPr>
          <p:spPr>
            <a:xfrm>
              <a:off x="2590030" y="1547092"/>
              <a:ext cx="1280160" cy="548640"/>
            </a:xfrm>
            <a:prstGeom prst="rect">
              <a:avLst/>
            </a:prstGeom>
            <a:solidFill>
              <a:srgbClr val="00B4D8"/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BA08F71A-350E-4B38-B3F3-C5E5E6F6856D}" type="TxLink">
                <a:rPr lang="en-US" sz="1600" b="0" i="0" u="none" strike="noStrike">
                  <a:solidFill>
                    <a:srgbClr val="000000"/>
                  </a:solidFill>
                  <a:latin typeface="Aptos Narrow"/>
                </a:rPr>
                <a:pPr/>
                <a:t>1</a:t>
              </a:fld>
              <a:endParaRPr lang="en-NG" sz="1600"/>
            </a:p>
          </p:txBody>
        </p:sp>
        <p:sp>
          <p:nvSpPr>
            <p:cNvPr id="21" name="TextBox 59">
              <a:extLst>
                <a:ext uri="{FF2B5EF4-FFF2-40B4-BE49-F238E27FC236}">
                  <a16:creationId xmlns:a16="http://schemas.microsoft.com/office/drawing/2014/main" id="{4C412573-A4D8-4DA2-A8FC-4868C441A776}"/>
                </a:ext>
              </a:extLst>
            </p:cNvPr>
            <p:cNvSpPr txBox="1"/>
            <p:nvPr/>
          </p:nvSpPr>
          <p:spPr>
            <a:xfrm>
              <a:off x="3933759" y="2306782"/>
              <a:ext cx="1280160" cy="548640"/>
            </a:xfrm>
            <a:prstGeom prst="rect">
              <a:avLst/>
            </a:prstGeom>
            <a:solidFill>
              <a:srgbClr val="00B4D8"/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FC0312E9-5EDD-4F9D-881E-A5F24318E2D2}" type="TxLink">
                <a:rPr lang="en-US" sz="1600" b="0" i="0" u="none" strike="noStrike">
                  <a:solidFill>
                    <a:srgbClr val="000000"/>
                  </a:solidFill>
                  <a:latin typeface="Aptos Narrow"/>
                </a:rPr>
                <a:pPr/>
                <a:t>1</a:t>
              </a:fld>
              <a:endParaRPr lang="en-NG" sz="1600"/>
            </a:p>
          </p:txBody>
        </p:sp>
        <p:sp>
          <p:nvSpPr>
            <p:cNvPr id="22" name="TextBox 60">
              <a:extLst>
                <a:ext uri="{FF2B5EF4-FFF2-40B4-BE49-F238E27FC236}">
                  <a16:creationId xmlns:a16="http://schemas.microsoft.com/office/drawing/2014/main" id="{10D42CDA-2CAB-4800-9E35-A6D26ED4D591}"/>
                </a:ext>
              </a:extLst>
            </p:cNvPr>
            <p:cNvSpPr txBox="1"/>
            <p:nvPr/>
          </p:nvSpPr>
          <p:spPr>
            <a:xfrm>
              <a:off x="2591955" y="2320636"/>
              <a:ext cx="1280160" cy="548640"/>
            </a:xfrm>
            <a:prstGeom prst="rect">
              <a:avLst/>
            </a:prstGeom>
            <a:solidFill>
              <a:srgbClr val="ADE8F4"/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09480DD7-27FB-419F-A1C4-75B9BD617949}" type="TxLink">
                <a:rPr lang="en-US" sz="1600" b="0" i="0" u="none" strike="noStrike">
                  <a:solidFill>
                    <a:srgbClr val="000000"/>
                  </a:solidFill>
                  <a:latin typeface="Aptos Narrow"/>
                </a:rPr>
                <a:pPr/>
                <a:t>-0.02</a:t>
              </a:fld>
              <a:endParaRPr lang="en-NG" sz="1600"/>
            </a:p>
          </p:txBody>
        </p:sp>
        <p:sp>
          <p:nvSpPr>
            <p:cNvPr id="23" name="TextBox 61">
              <a:extLst>
                <a:ext uri="{FF2B5EF4-FFF2-40B4-BE49-F238E27FC236}">
                  <a16:creationId xmlns:a16="http://schemas.microsoft.com/office/drawing/2014/main" id="{3C701B45-E778-4B23-B93F-72112C4322F3}"/>
                </a:ext>
              </a:extLst>
            </p:cNvPr>
            <p:cNvSpPr txBox="1"/>
            <p:nvPr/>
          </p:nvSpPr>
          <p:spPr>
            <a:xfrm>
              <a:off x="3956505" y="788170"/>
              <a:ext cx="1280160" cy="548640"/>
            </a:xfrm>
            <a:prstGeom prst="rect">
              <a:avLst/>
            </a:prstGeom>
            <a:solidFill>
              <a:srgbClr val="00B4D8"/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CFADED8C-2B76-44D4-87AF-10DA30E688A0}" type="TxLink">
                <a:rPr lang="en-US" sz="1600" b="0" i="0" u="none" strike="noStrike">
                  <a:solidFill>
                    <a:srgbClr val="000000"/>
                  </a:solidFill>
                  <a:latin typeface="Aptos Narrow"/>
                </a:rPr>
                <a:pPr/>
                <a:t>0.23</a:t>
              </a:fld>
              <a:endParaRPr lang="en-NG" sz="1600"/>
            </a:p>
          </p:txBody>
        </p:sp>
      </p:grpSp>
      <p:sp>
        <p:nvSpPr>
          <p:cNvPr id="25" name="Text 28">
            <a:extLst>
              <a:ext uri="{FF2B5EF4-FFF2-40B4-BE49-F238E27FC236}">
                <a16:creationId xmlns:a16="http://schemas.microsoft.com/office/drawing/2014/main" id="{5938AF74-3A36-20DA-7AA3-4982B73D7F00}"/>
              </a:ext>
            </a:extLst>
          </p:cNvPr>
          <p:cNvSpPr/>
          <p:nvPr/>
        </p:nvSpPr>
        <p:spPr>
          <a:xfrm>
            <a:off x="970681" y="1708043"/>
            <a:ext cx="2867227" cy="518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STRONGEST RELATIONSHIP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30">
            <a:extLst>
              <a:ext uri="{FF2B5EF4-FFF2-40B4-BE49-F238E27FC236}">
                <a16:creationId xmlns:a16="http://schemas.microsoft.com/office/drawing/2014/main" id="{F640B59E-5BCE-651D-6AB0-FC3AEFB374F8}"/>
              </a:ext>
            </a:extLst>
          </p:cNvPr>
          <p:cNvSpPr/>
          <p:nvPr/>
        </p:nvSpPr>
        <p:spPr>
          <a:xfrm>
            <a:off x="1024062" y="2916281"/>
            <a:ext cx="25676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0.23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11F252AF-053F-FCE4-5206-C4D51385C846}"/>
              </a:ext>
            </a:extLst>
          </p:cNvPr>
          <p:cNvSpPr/>
          <p:nvPr/>
        </p:nvSpPr>
        <p:spPr>
          <a:xfrm>
            <a:off x="970682" y="2129703"/>
            <a:ext cx="283269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Tenure ↔ ServiceCount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DBE778E-8C13-E795-405D-F0823F84B953}"/>
              </a:ext>
            </a:extLst>
          </p:cNvPr>
          <p:cNvSpPr/>
          <p:nvPr/>
        </p:nvSpPr>
        <p:spPr>
          <a:xfrm>
            <a:off x="881792" y="3679048"/>
            <a:ext cx="3291974" cy="16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NG" sz="1600" dirty="0">
                <a:solidFill>
                  <a:srgbClr val="EAF4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Tenure and service count have the strongest relationship (r = 0.23), indicating that customers with longer tenure tend to have slightly more subscribed services. However, the relationship is weak</a:t>
            </a:r>
            <a:endParaRPr lang="en-US" sz="1500" dirty="0">
              <a:solidFill>
                <a:srgbClr val="EAF4F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754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8947D1-8B6E-E151-48F1-3B05B6606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E8CECB-5FA0-E187-8C35-C3AAFF8DAA04}"/>
              </a:ext>
            </a:extLst>
          </p:cNvPr>
          <p:cNvSpPr/>
          <p:nvPr/>
        </p:nvSpPr>
        <p:spPr>
          <a:xfrm>
            <a:off x="851120" y="908522"/>
            <a:ext cx="10757784" cy="1357600"/>
          </a:xfrm>
          <a:prstGeom prst="rect">
            <a:avLst/>
          </a:prstGeom>
          <a:solidFill>
            <a:srgbClr val="EAF4F4">
              <a:alpha val="40000"/>
            </a:srgbClr>
          </a:solidFill>
          <a:ln w="158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4E7799-4BCC-C848-1E25-384F0776A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1120" y="282622"/>
            <a:ext cx="2170587" cy="498420"/>
          </a:xfrm>
        </p:spPr>
        <p:txBody>
          <a:bodyPr/>
          <a:lstStyle/>
          <a:p>
            <a:r>
              <a:rPr lang="en-US" b="1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  <a:endParaRPr lang="en-NG" b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25909B-1388-F3EA-1F97-3E84B36BFA69}"/>
              </a:ext>
            </a:extLst>
          </p:cNvPr>
          <p:cNvSpPr/>
          <p:nvPr/>
        </p:nvSpPr>
        <p:spPr>
          <a:xfrm>
            <a:off x="851120" y="2435669"/>
            <a:ext cx="10757784" cy="1357600"/>
          </a:xfrm>
          <a:prstGeom prst="rect">
            <a:avLst/>
          </a:prstGeom>
          <a:solidFill>
            <a:srgbClr val="EAF4F4">
              <a:alpha val="40000"/>
            </a:srgbClr>
          </a:solidFill>
          <a:ln w="158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0EF4AD-2C46-DF17-6A15-E4A532C1A4C1}"/>
              </a:ext>
            </a:extLst>
          </p:cNvPr>
          <p:cNvSpPr/>
          <p:nvPr/>
        </p:nvSpPr>
        <p:spPr>
          <a:xfrm>
            <a:off x="851120" y="4084879"/>
            <a:ext cx="10757784" cy="1357600"/>
          </a:xfrm>
          <a:prstGeom prst="rect">
            <a:avLst/>
          </a:prstGeom>
          <a:solidFill>
            <a:srgbClr val="EAF4F4">
              <a:alpha val="40000"/>
            </a:srgbClr>
          </a:solidFill>
          <a:ln w="158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E3DA0C25-AD84-2B5B-0499-7B81CD97AC52}"/>
              </a:ext>
            </a:extLst>
          </p:cNvPr>
          <p:cNvSpPr/>
          <p:nvPr/>
        </p:nvSpPr>
        <p:spPr>
          <a:xfrm>
            <a:off x="1188801" y="1192584"/>
            <a:ext cx="731520" cy="731520"/>
          </a:xfrm>
          <a:prstGeom prst="ellipse">
            <a:avLst/>
          </a:prstGeom>
          <a:solidFill>
            <a:srgbClr val="477BAB"/>
          </a:solidFill>
          <a:ln/>
        </p:spPr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B6C6BFD5-0796-0695-6C7B-54FE34BC007C}"/>
              </a:ext>
            </a:extLst>
          </p:cNvPr>
          <p:cNvSpPr/>
          <p:nvPr/>
        </p:nvSpPr>
        <p:spPr>
          <a:xfrm>
            <a:off x="1204893" y="4397919"/>
            <a:ext cx="731520" cy="731520"/>
          </a:xfrm>
          <a:prstGeom prst="ellipse">
            <a:avLst/>
          </a:prstGeom>
          <a:solidFill>
            <a:srgbClr val="477BAB"/>
          </a:solidFill>
          <a:ln/>
        </p:spPr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62516B88-60DF-75BD-9E5E-17FAAF688AA5}"/>
              </a:ext>
            </a:extLst>
          </p:cNvPr>
          <p:cNvSpPr/>
          <p:nvPr/>
        </p:nvSpPr>
        <p:spPr>
          <a:xfrm>
            <a:off x="1204893" y="2795252"/>
            <a:ext cx="731520" cy="731520"/>
          </a:xfrm>
          <a:prstGeom prst="ellipse">
            <a:avLst/>
          </a:prstGeom>
          <a:solidFill>
            <a:srgbClr val="477BAB"/>
          </a:solidFill>
          <a:ln/>
        </p:spPr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083F2937-1B1F-3FC8-00FD-5C6371E9051F}"/>
              </a:ext>
            </a:extLst>
          </p:cNvPr>
          <p:cNvSpPr/>
          <p:nvPr/>
        </p:nvSpPr>
        <p:spPr>
          <a:xfrm>
            <a:off x="2290186" y="991416"/>
            <a:ext cx="88696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477BA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Month-to-month customers have meaningfully higher churn than customers on one- or two-year contracts.</a:t>
            </a:r>
            <a:endParaRPr lang="en-US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7905481C-3903-B5DC-7594-5FB0D6D664F4}"/>
              </a:ext>
            </a:extLst>
          </p:cNvPr>
          <p:cNvSpPr/>
          <p:nvPr/>
        </p:nvSpPr>
        <p:spPr>
          <a:xfrm>
            <a:off x="2290186" y="2459411"/>
            <a:ext cx="88696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477BA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Longer-tenured customers tend to have greater service adoption, reflected in the moderate tenure–ServiceCount correlation.</a:t>
            </a:r>
            <a:endParaRPr lang="en-US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B3916E44-03BD-3F4C-F066-4CD02736BB08}"/>
              </a:ext>
            </a:extLst>
          </p:cNvPr>
          <p:cNvSpPr/>
          <p:nvPr/>
        </p:nvSpPr>
        <p:spPr>
          <a:xfrm>
            <a:off x="2290186" y="4114455"/>
            <a:ext cx="88696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NG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Fiber optic customers have the highest churn rate, despite the service being a higher-value offering.</a:t>
            </a:r>
            <a:endParaRPr lang="en-US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72184604-B5AB-9CC7-2D9D-C9018A3AE5EC}"/>
              </a:ext>
            </a:extLst>
          </p:cNvPr>
          <p:cNvSpPr/>
          <p:nvPr/>
        </p:nvSpPr>
        <p:spPr>
          <a:xfrm>
            <a:off x="1347145" y="1233943"/>
            <a:ext cx="573176" cy="6812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EAF4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NG" sz="2800" b="1" dirty="0">
              <a:solidFill>
                <a:srgbClr val="EAF4F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651ECCFB-CDA3-95AA-2901-04A27902365C}"/>
              </a:ext>
            </a:extLst>
          </p:cNvPr>
          <p:cNvSpPr/>
          <p:nvPr/>
        </p:nvSpPr>
        <p:spPr>
          <a:xfrm>
            <a:off x="1363237" y="2845482"/>
            <a:ext cx="573176" cy="6812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EAF4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NG" sz="2800" b="1" dirty="0">
              <a:solidFill>
                <a:srgbClr val="EAF4F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D8BAC715-A06E-A9D8-DFC8-C936B4530E17}"/>
              </a:ext>
            </a:extLst>
          </p:cNvPr>
          <p:cNvSpPr/>
          <p:nvPr/>
        </p:nvSpPr>
        <p:spPr>
          <a:xfrm>
            <a:off x="1350861" y="4423034"/>
            <a:ext cx="573176" cy="6812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EAF4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NG" sz="2800" b="1" dirty="0">
              <a:solidFill>
                <a:srgbClr val="EAF4F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851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A38D55-3095-50FC-8011-0C745A621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2C1B3ADB-8AA4-4D80-A5B4-A3A014C08FE9}"/>
              </a:ext>
            </a:extLst>
          </p:cNvPr>
          <p:cNvSpPr/>
          <p:nvPr/>
        </p:nvSpPr>
        <p:spPr>
          <a:xfrm>
            <a:off x="793806" y="659240"/>
            <a:ext cx="2704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77BA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Recommendations</a:t>
            </a:r>
            <a:endParaRPr lang="en-US" sz="2000" b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6B15A391-325B-D1E5-CC29-866466AA4734}"/>
              </a:ext>
            </a:extLst>
          </p:cNvPr>
          <p:cNvSpPr/>
          <p:nvPr/>
        </p:nvSpPr>
        <p:spPr>
          <a:xfrm>
            <a:off x="825611" y="1531331"/>
            <a:ext cx="3218688" cy="3931920"/>
          </a:xfrm>
          <a:prstGeom prst="roundRect">
            <a:avLst>
              <a:gd name="adj" fmla="val 2791"/>
            </a:avLst>
          </a:prstGeom>
          <a:solidFill>
            <a:srgbClr val="477BAB"/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154B5FDA-A35A-FB39-836C-EDB0889309D5}"/>
              </a:ext>
            </a:extLst>
          </p:cNvPr>
          <p:cNvSpPr/>
          <p:nvPr/>
        </p:nvSpPr>
        <p:spPr>
          <a:xfrm>
            <a:off x="1957877" y="1681645"/>
            <a:ext cx="694944" cy="694944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4393BEEC-80FA-2A06-8381-30F3FC803968}"/>
              </a:ext>
            </a:extLst>
          </p:cNvPr>
          <p:cNvSpPr/>
          <p:nvPr/>
        </p:nvSpPr>
        <p:spPr>
          <a:xfrm>
            <a:off x="4593336" y="1531331"/>
            <a:ext cx="3218688" cy="3931920"/>
          </a:xfrm>
          <a:prstGeom prst="roundRect">
            <a:avLst>
              <a:gd name="adj" fmla="val 2791"/>
            </a:avLst>
          </a:prstGeom>
          <a:solidFill>
            <a:srgbClr val="477BAB"/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438F715A-534C-01D2-890D-88AC191E5B55}"/>
              </a:ext>
            </a:extLst>
          </p:cNvPr>
          <p:cNvSpPr/>
          <p:nvPr/>
        </p:nvSpPr>
        <p:spPr>
          <a:xfrm>
            <a:off x="8361061" y="1531331"/>
            <a:ext cx="3222665" cy="3931920"/>
          </a:xfrm>
          <a:prstGeom prst="roundRect">
            <a:avLst>
              <a:gd name="adj" fmla="val 2791"/>
            </a:avLst>
          </a:prstGeom>
          <a:solidFill>
            <a:srgbClr val="477BAB"/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657ED316-A807-42F8-79EB-F543A82AF673}"/>
              </a:ext>
            </a:extLst>
          </p:cNvPr>
          <p:cNvSpPr/>
          <p:nvPr/>
        </p:nvSpPr>
        <p:spPr>
          <a:xfrm>
            <a:off x="5814062" y="1692978"/>
            <a:ext cx="694944" cy="694944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234D7558-E659-2FB0-F826-C2F67DA16E93}"/>
              </a:ext>
            </a:extLst>
          </p:cNvPr>
          <p:cNvSpPr/>
          <p:nvPr/>
        </p:nvSpPr>
        <p:spPr>
          <a:xfrm>
            <a:off x="9743529" y="1681645"/>
            <a:ext cx="694944" cy="694944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ECB6AEAE-EC35-AB9E-C66A-E8DD09F232AD}"/>
              </a:ext>
            </a:extLst>
          </p:cNvPr>
          <p:cNvSpPr/>
          <p:nvPr/>
        </p:nvSpPr>
        <p:spPr>
          <a:xfrm>
            <a:off x="1040495" y="2772568"/>
            <a:ext cx="2788920" cy="2294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NG" sz="1600" dirty="0">
                <a:solidFill>
                  <a:srgbClr val="EAF4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targeted retention campaigns for month-to-month customers and encourage migration to one-year or two-year contracts.</a:t>
            </a:r>
          </a:p>
          <a:p>
            <a:endParaRPr lang="en-US" sz="1600" b="1" dirty="0">
              <a:solidFill>
                <a:srgbClr val="EAF4F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NG" sz="1600" b="1" dirty="0">
                <a:solidFill>
                  <a:srgbClr val="EAF4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Why:</a:t>
            </a:r>
            <a:r>
              <a:rPr lang="en-NG" sz="1600" dirty="0">
                <a:solidFill>
                  <a:srgbClr val="EAF4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Month-to-month customers have the highest churn rate by a wide margin.</a:t>
            </a: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A6B00ECD-CFD2-DD57-ABD9-5BD16FF387AA}"/>
              </a:ext>
            </a:extLst>
          </p:cNvPr>
          <p:cNvSpPr/>
          <p:nvPr/>
        </p:nvSpPr>
        <p:spPr>
          <a:xfrm>
            <a:off x="4701540" y="2772568"/>
            <a:ext cx="2788920" cy="2294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NG" sz="1600" dirty="0">
                <a:solidFill>
                  <a:srgbClr val="EAF4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</a:t>
            </a:r>
            <a:r>
              <a:rPr lang="en-NG" sz="1600" dirty="0" err="1">
                <a:solidFill>
                  <a:srgbClr val="EAF4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fiber</a:t>
            </a:r>
            <a:r>
              <a:rPr lang="en-NG" sz="1600" dirty="0">
                <a:solidFill>
                  <a:srgbClr val="EAF4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customers' service quality, pricing, installation experience, complaints, and support interactions.</a:t>
            </a:r>
            <a:endParaRPr lang="en-US" sz="1600" dirty="0">
              <a:solidFill>
                <a:srgbClr val="EAF4F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NG" sz="1600" dirty="0">
              <a:solidFill>
                <a:srgbClr val="EAF4F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NG" sz="1600" b="1" dirty="0">
                <a:solidFill>
                  <a:srgbClr val="EAF4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Why:</a:t>
            </a:r>
            <a:r>
              <a:rPr lang="en-NG" sz="1600" dirty="0">
                <a:solidFill>
                  <a:srgbClr val="EAF4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Fiber-optic customers have the highest churn rate among internet-service categories.</a:t>
            </a: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7B76595B-D6EB-8BC4-2690-330F46A1595C}"/>
              </a:ext>
            </a:extLst>
          </p:cNvPr>
          <p:cNvSpPr/>
          <p:nvPr/>
        </p:nvSpPr>
        <p:spPr>
          <a:xfrm>
            <a:off x="2087482" y="1646499"/>
            <a:ext cx="694945" cy="6812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NG" sz="2800" b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DC705E24-ECC5-0957-EA6E-EDE36F4C8989}"/>
              </a:ext>
            </a:extLst>
          </p:cNvPr>
          <p:cNvSpPr/>
          <p:nvPr/>
        </p:nvSpPr>
        <p:spPr>
          <a:xfrm>
            <a:off x="5987066" y="1695299"/>
            <a:ext cx="694945" cy="6812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NG" sz="2800" b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1D2F3245-6274-FD17-B37D-E47E5BF6CF8F}"/>
              </a:ext>
            </a:extLst>
          </p:cNvPr>
          <p:cNvSpPr/>
          <p:nvPr/>
        </p:nvSpPr>
        <p:spPr>
          <a:xfrm>
            <a:off x="9886650" y="1670899"/>
            <a:ext cx="694945" cy="6812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477B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NG" sz="2800" b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76300BAD-941C-AC24-24E4-A4F7703BCD45}"/>
              </a:ext>
            </a:extLst>
          </p:cNvPr>
          <p:cNvSpPr/>
          <p:nvPr/>
        </p:nvSpPr>
        <p:spPr>
          <a:xfrm>
            <a:off x="8577469" y="2653096"/>
            <a:ext cx="2788920" cy="25340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NG" sz="1600" dirty="0">
                <a:solidFill>
                  <a:srgbClr val="EAF4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incentives for customers to remain longer, such as loyalty benefits, contract upgrades, bundled services, or preferential offers.</a:t>
            </a:r>
            <a:endParaRPr lang="en-US" sz="1600" dirty="0">
              <a:solidFill>
                <a:srgbClr val="EAF4F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NG" sz="1600" dirty="0">
              <a:solidFill>
                <a:srgbClr val="EAF4F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NG" sz="1600" b="1" dirty="0">
                <a:solidFill>
                  <a:srgbClr val="EAF4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 especially on:</a:t>
            </a:r>
            <a:r>
              <a:rPr lang="en-NG" sz="1600" dirty="0">
                <a:solidFill>
                  <a:srgbClr val="EAF4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month-to-month and higher-risk customers.</a:t>
            </a:r>
          </a:p>
        </p:txBody>
      </p:sp>
    </p:spTree>
    <p:extLst>
      <p:ext uri="{BB962C8B-B14F-4D97-AF65-F5344CB8AC3E}">
        <p14:creationId xmlns:p14="http://schemas.microsoft.com/office/powerpoint/2010/main" val="1870950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4">
            <a:alpha val="8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7299BE-A899-887B-B392-C41386AD8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B613DE3D-93A4-0E34-C996-2B8B63B498DB}"/>
              </a:ext>
            </a:extLst>
          </p:cNvPr>
          <p:cNvSpPr/>
          <p:nvPr/>
        </p:nvSpPr>
        <p:spPr>
          <a:xfrm>
            <a:off x="793806" y="659240"/>
            <a:ext cx="2704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77BA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Conclusion</a:t>
            </a:r>
            <a:endParaRPr lang="en-US" sz="2000" b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090E04D3-0C2A-5888-EE32-A9BAA92BE9AB}"/>
              </a:ext>
            </a:extLst>
          </p:cNvPr>
          <p:cNvSpPr/>
          <p:nvPr/>
        </p:nvSpPr>
        <p:spPr>
          <a:xfrm>
            <a:off x="1040495" y="2772568"/>
            <a:ext cx="2788920" cy="2294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NG" sz="1600" dirty="0">
                <a:solidFill>
                  <a:srgbClr val="EAF4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targeted retention campaigns for month-to-month customers and encourage migration to one-year or two-year contracts.</a:t>
            </a:r>
          </a:p>
          <a:p>
            <a:endParaRPr lang="en-US" sz="1600" b="1" dirty="0">
              <a:solidFill>
                <a:srgbClr val="EAF4F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NG" sz="1600" b="1" dirty="0">
                <a:solidFill>
                  <a:srgbClr val="EAF4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Why:</a:t>
            </a:r>
            <a:r>
              <a:rPr lang="en-NG" sz="1600" dirty="0">
                <a:solidFill>
                  <a:srgbClr val="EAF4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Month-to-month customers have the highest churn rate by a wide margin.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6E43195B-669D-9075-9116-F622DF1AA9A6}"/>
              </a:ext>
            </a:extLst>
          </p:cNvPr>
          <p:cNvSpPr/>
          <p:nvPr/>
        </p:nvSpPr>
        <p:spPr>
          <a:xfrm>
            <a:off x="822960" y="1881809"/>
            <a:ext cx="9875520" cy="2598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477BA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The analysis identified customer segments and behavioral patterns associated with churn, supported by an interactive dashboard that lets management explore these patterns across customer segments.</a:t>
            </a:r>
            <a:endParaRPr lang="en-US" sz="2400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7975BA0-E2AC-D9EA-BE5F-CC82D530C39E}"/>
              </a:ext>
            </a:extLst>
          </p:cNvPr>
          <p:cNvSpPr/>
          <p:nvPr/>
        </p:nvSpPr>
        <p:spPr>
          <a:xfrm>
            <a:off x="822960" y="4893310"/>
            <a:ext cx="2704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77BA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Thank you</a:t>
            </a:r>
            <a:endParaRPr lang="en-US" sz="2000" b="1" dirty="0">
              <a:solidFill>
                <a:srgbClr val="477BA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957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546</Words>
  <Application>Microsoft Office PowerPoint</Application>
  <PresentationFormat>Widescreen</PresentationFormat>
  <Paragraphs>109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 Narrow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Chidinma Onyemachi</dc:creator>
  <cp:lastModifiedBy>Chidinma Onyemachi</cp:lastModifiedBy>
  <cp:revision>5</cp:revision>
  <dcterms:created xsi:type="dcterms:W3CDTF">2026-08-11T11:34:07Z</dcterms:created>
  <dcterms:modified xsi:type="dcterms:W3CDTF">2026-08-11T13:57:53Z</dcterms:modified>
</cp:coreProperties>
</file>